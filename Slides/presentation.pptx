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2" r:id="rId4"/>
  </p:sldMasterIdLst>
  <p:notesMasterIdLst>
    <p:notesMasterId r:id="rId16"/>
  </p:notesMasterIdLst>
  <p:sldIdLst>
    <p:sldId id="273" r:id="rId5"/>
    <p:sldId id="274" r:id="rId6"/>
    <p:sldId id="281" r:id="rId7"/>
    <p:sldId id="283" r:id="rId8"/>
    <p:sldId id="284" r:id="rId9"/>
    <p:sldId id="285" r:id="rId10"/>
    <p:sldId id="286" r:id="rId11"/>
    <p:sldId id="287" r:id="rId12"/>
    <p:sldId id="288" r:id="rId13"/>
    <p:sldId id="264" r:id="rId14"/>
    <p:sldId id="276" r:id="rId15"/>
    <p:sldId id="271" r:id="rId17"/>
    <p:sldId id="279" r:id="rId18"/>
    <p:sldId id="280" r:id="rId19"/>
    <p:sldId id="289" r:id="rId20"/>
    <p:sldId id="275" r:id="rId2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50240" latinLnBrk="0">
      <a:defRPr sz="1400">
        <a:latin typeface="+mn-lt"/>
        <a:ea typeface="+mn-ea"/>
        <a:cs typeface="+mn-cs"/>
        <a:sym typeface="Calibri" panose="020F0502020204030204"/>
      </a:defRPr>
    </a:lvl1pPr>
    <a:lvl2pPr indent="228600" defTabSz="650240" latinLnBrk="0">
      <a:defRPr sz="1400">
        <a:latin typeface="+mn-lt"/>
        <a:ea typeface="+mn-ea"/>
        <a:cs typeface="+mn-cs"/>
        <a:sym typeface="Calibri" panose="020F0502020204030204"/>
      </a:defRPr>
    </a:lvl2pPr>
    <a:lvl3pPr indent="457200" defTabSz="650240" latinLnBrk="0">
      <a:defRPr sz="1400">
        <a:latin typeface="+mn-lt"/>
        <a:ea typeface="+mn-ea"/>
        <a:cs typeface="+mn-cs"/>
        <a:sym typeface="Calibri" panose="020F0502020204030204"/>
      </a:defRPr>
    </a:lvl3pPr>
    <a:lvl4pPr indent="685800" defTabSz="650240" latinLnBrk="0">
      <a:defRPr sz="1400">
        <a:latin typeface="+mn-lt"/>
        <a:ea typeface="+mn-ea"/>
        <a:cs typeface="+mn-cs"/>
        <a:sym typeface="Calibri" panose="020F0502020204030204"/>
      </a:defRPr>
    </a:lvl4pPr>
    <a:lvl5pPr indent="914400" defTabSz="650240" latinLnBrk="0">
      <a:defRPr sz="1400">
        <a:latin typeface="+mn-lt"/>
        <a:ea typeface="+mn-ea"/>
        <a:cs typeface="+mn-cs"/>
        <a:sym typeface="Calibri" panose="020F0502020204030204"/>
      </a:defRPr>
    </a:lvl5pPr>
    <a:lvl6pPr indent="1143000" defTabSz="650240" latinLnBrk="0">
      <a:defRPr sz="1400">
        <a:latin typeface="+mn-lt"/>
        <a:ea typeface="+mn-ea"/>
        <a:cs typeface="+mn-cs"/>
        <a:sym typeface="Calibri" panose="020F0502020204030204"/>
      </a:defRPr>
    </a:lvl6pPr>
    <a:lvl7pPr indent="1371600" defTabSz="650240" latinLnBrk="0">
      <a:defRPr sz="1400">
        <a:latin typeface="+mn-lt"/>
        <a:ea typeface="+mn-ea"/>
        <a:cs typeface="+mn-cs"/>
        <a:sym typeface="Calibri" panose="020F0502020204030204"/>
      </a:defRPr>
    </a:lvl7pPr>
    <a:lvl8pPr indent="1600200" defTabSz="650240" latinLnBrk="0">
      <a:defRPr sz="1400">
        <a:latin typeface="+mn-lt"/>
        <a:ea typeface="+mn-ea"/>
        <a:cs typeface="+mn-cs"/>
        <a:sym typeface="Calibri" panose="020F0502020204030204"/>
      </a:defRPr>
    </a:lvl8pPr>
    <a:lvl9pPr indent="1828800" defTabSz="650240" latinLnBrk="0">
      <a:defRPr sz="14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2357119" y="3491653"/>
            <a:ext cx="8290562" cy="1568028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088639" y="5364480"/>
            <a:ext cx="6827522" cy="1869441"/>
          </a:xfrm>
          <a:prstGeom prst="rect">
            <a:avLst/>
          </a:prstGeom>
        </p:spPr>
        <p:txBody>
          <a:bodyPr lIns="48767" tIns="48767" rIns="48767" bIns="48767"/>
          <a:lstStyle>
            <a:lvl1pPr marL="0" indent="0" algn="ctr">
              <a:buSzTx/>
              <a:buFontTx/>
              <a:buNone/>
              <a:defRPr sz="4200"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 sz="4200"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 sz="4200"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 sz="4200"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 sz="42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2113279" y="1512146"/>
            <a:ext cx="8778242" cy="1219202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half" idx="1" hasCustomPrompt="1"/>
          </p:nvPr>
        </p:nvSpPr>
        <p:spPr>
          <a:xfrm>
            <a:off x="2113279" y="2926079"/>
            <a:ext cx="8778242" cy="4827695"/>
          </a:xfrm>
          <a:prstGeom prst="rect">
            <a:avLst/>
          </a:prstGeom>
        </p:spPr>
        <p:txBody>
          <a:bodyPr lIns="48767" tIns="48767" rIns="48767" bIns="48767"/>
          <a:lstStyle>
            <a:lvl1pPr marL="450215" indent="-450215">
              <a:defRPr sz="4200"/>
            </a:lvl1pPr>
            <a:lvl2pPr marL="885825" indent="-428625">
              <a:defRPr sz="4200"/>
            </a:lvl2pPr>
            <a:lvl3pPr marL="1314450" indent="-400050">
              <a:defRPr sz="4200"/>
            </a:lvl3pPr>
            <a:lvl4pPr marL="1851660" indent="-480060">
              <a:defRPr sz="4200"/>
            </a:lvl4pPr>
            <a:lvl5pPr marL="2308860" indent="-480060">
              <a:defRPr sz="4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 hasCustomPrompt="1"/>
          </p:nvPr>
        </p:nvSpPr>
        <p:spPr>
          <a:xfrm>
            <a:off x="2396066" y="5919893"/>
            <a:ext cx="8290562" cy="1452881"/>
          </a:xfrm>
          <a:prstGeom prst="rect">
            <a:avLst/>
          </a:prstGeom>
        </p:spPr>
        <p:txBody>
          <a:bodyPr lIns="48767" tIns="48767" rIns="48767" bIns="48767" anchor="t"/>
          <a:lstStyle>
            <a:lvl1pPr algn="l">
              <a:defRPr sz="54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 hasCustomPrompt="1"/>
          </p:nvPr>
        </p:nvSpPr>
        <p:spPr>
          <a:xfrm>
            <a:off x="2396066" y="4319693"/>
            <a:ext cx="8290562" cy="1600201"/>
          </a:xfrm>
          <a:prstGeom prst="rect">
            <a:avLst/>
          </a:prstGeom>
        </p:spPr>
        <p:txBody>
          <a:bodyPr lIns="48767" tIns="48767" rIns="48767" bIns="48767" anchor="b"/>
          <a:lstStyle>
            <a:lvl1pPr marL="0" indent="0">
              <a:spcBef>
                <a:spcPts val="600"/>
              </a:spcBef>
              <a:buSzTx/>
              <a:buFontTx/>
              <a:buNone/>
              <a:defRPr sz="2600">
                <a:solidFill>
                  <a:srgbClr val="888888"/>
                </a:solidFill>
              </a:defRPr>
            </a:lvl1pPr>
            <a:lvl2pPr marL="0" indent="457200">
              <a:spcBef>
                <a:spcPts val="600"/>
              </a:spcBef>
              <a:buSzTx/>
              <a:buFontTx/>
              <a:buNone/>
              <a:defRPr sz="2600">
                <a:solidFill>
                  <a:srgbClr val="888888"/>
                </a:solidFill>
              </a:defRPr>
            </a:lvl2pPr>
            <a:lvl3pPr marL="0" indent="914400">
              <a:spcBef>
                <a:spcPts val="600"/>
              </a:spcBef>
              <a:buSzTx/>
              <a:buFontTx/>
              <a:buNone/>
              <a:defRPr sz="2600">
                <a:solidFill>
                  <a:srgbClr val="888888"/>
                </a:solidFill>
              </a:defRPr>
            </a:lvl3pPr>
            <a:lvl4pPr marL="0" indent="1371600">
              <a:spcBef>
                <a:spcPts val="600"/>
              </a:spcBef>
              <a:buSzTx/>
              <a:buFontTx/>
              <a:buNone/>
              <a:defRPr sz="2600">
                <a:solidFill>
                  <a:srgbClr val="888888"/>
                </a:solidFill>
              </a:defRPr>
            </a:lvl4pPr>
            <a:lvl5pPr marL="0" indent="1828800">
              <a:spcBef>
                <a:spcPts val="600"/>
              </a:spcBef>
              <a:buSzTx/>
              <a:buFontTx/>
              <a:buNone/>
              <a:defRPr sz="26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 hasCustomPrompt="1"/>
          </p:nvPr>
        </p:nvSpPr>
        <p:spPr>
          <a:xfrm>
            <a:off x="2113279" y="1512146"/>
            <a:ext cx="8778242" cy="1219202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 hasCustomPrompt="1"/>
          </p:nvPr>
        </p:nvSpPr>
        <p:spPr>
          <a:xfrm>
            <a:off x="2113279" y="2926079"/>
            <a:ext cx="4307841" cy="4827695"/>
          </a:xfrm>
          <a:prstGeom prst="rect">
            <a:avLst/>
          </a:prstGeom>
        </p:spPr>
        <p:txBody>
          <a:bodyPr lIns="48767" tIns="48767" rIns="48767" bIns="48767"/>
          <a:lstStyle>
            <a:lvl1pPr marL="440690" indent="-440690">
              <a:spcBef>
                <a:spcPts val="900"/>
              </a:spcBef>
              <a:defRPr sz="3600"/>
            </a:lvl1pPr>
            <a:lvl2pPr marL="885825" indent="-428625">
              <a:spcBef>
                <a:spcPts val="900"/>
              </a:spcBef>
              <a:defRPr sz="3600"/>
            </a:lvl2pPr>
            <a:lvl3pPr marL="1325880" indent="-411480">
              <a:spcBef>
                <a:spcPts val="900"/>
              </a:spcBef>
              <a:defRPr sz="3600"/>
            </a:lvl3pPr>
            <a:lvl4pPr marL="1828800" indent="-457200">
              <a:spcBef>
                <a:spcPts val="900"/>
              </a:spcBef>
              <a:defRPr sz="3600"/>
            </a:lvl4pPr>
            <a:lvl5pPr marL="2286000" indent="-457200">
              <a:spcBef>
                <a:spcPts val="900"/>
              </a:spcBef>
              <a:defRPr sz="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xfrm>
            <a:off x="2113279" y="1512146"/>
            <a:ext cx="8778242" cy="1219202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 hasCustomPrompt="1"/>
          </p:nvPr>
        </p:nvSpPr>
        <p:spPr>
          <a:xfrm>
            <a:off x="2113279" y="2856653"/>
            <a:ext cx="4309535" cy="682414"/>
          </a:xfrm>
          <a:prstGeom prst="rect">
            <a:avLst/>
          </a:prstGeom>
        </p:spPr>
        <p:txBody>
          <a:bodyPr lIns="48767" tIns="48767" rIns="48767" bIns="48767" anchor="b"/>
          <a:lstStyle>
            <a:lvl1pPr marL="0" indent="0">
              <a:spcBef>
                <a:spcPts val="800"/>
              </a:spcBef>
              <a:buSzTx/>
              <a:buFontTx/>
              <a:buNone/>
              <a:defRPr sz="3200" b="1"/>
            </a:lvl1pPr>
            <a:lvl2pPr marL="0" indent="457200">
              <a:spcBef>
                <a:spcPts val="800"/>
              </a:spcBef>
              <a:buSzTx/>
              <a:buFontTx/>
              <a:buNone/>
              <a:defRPr sz="3200" b="1"/>
            </a:lvl2pPr>
            <a:lvl3pPr marL="0" indent="914400">
              <a:spcBef>
                <a:spcPts val="800"/>
              </a:spcBef>
              <a:buSzTx/>
              <a:buFontTx/>
              <a:buNone/>
              <a:defRPr sz="3200" b="1"/>
            </a:lvl3pPr>
            <a:lvl4pPr marL="0" indent="1371600">
              <a:spcBef>
                <a:spcPts val="800"/>
              </a:spcBef>
              <a:buSzTx/>
              <a:buFontTx/>
              <a:buNone/>
              <a:defRPr sz="3200" b="1"/>
            </a:lvl4pPr>
            <a:lvl5pPr marL="0" indent="1828800">
              <a:spcBef>
                <a:spcPts val="800"/>
              </a:spcBef>
              <a:buSzTx/>
              <a:buFontTx/>
              <a:buNone/>
              <a:defRPr sz="32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580293" y="2856653"/>
            <a:ext cx="4311228" cy="682414"/>
          </a:xfrm>
          <a:prstGeom prst="rect">
            <a:avLst/>
          </a:prstGeom>
          <a:ln w="12700"/>
        </p:spPr>
        <p:txBody>
          <a:bodyPr lIns="48767" tIns="48767" rIns="48767" bIns="48767" anchor="b"/>
          <a:lstStyle/>
          <a:p>
            <a:pPr marL="0" indent="0">
              <a:spcBef>
                <a:spcPts val="800"/>
              </a:spcBef>
              <a:buSzTx/>
              <a:buFontTx/>
              <a:buNone/>
              <a:defRPr sz="3200" b="1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 hasCustomPrompt="1"/>
          </p:nvPr>
        </p:nvSpPr>
        <p:spPr>
          <a:xfrm>
            <a:off x="2113279" y="1512146"/>
            <a:ext cx="8778242" cy="1219202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 hasCustomPrompt="1"/>
          </p:nvPr>
        </p:nvSpPr>
        <p:spPr>
          <a:xfrm>
            <a:off x="2113279" y="1510453"/>
            <a:ext cx="3208869" cy="1239521"/>
          </a:xfrm>
          <a:prstGeom prst="rect">
            <a:avLst/>
          </a:prstGeom>
        </p:spPr>
        <p:txBody>
          <a:bodyPr lIns="48767" tIns="48767" rIns="48767" bIns="48767" anchor="b"/>
          <a:lstStyle>
            <a:lvl1pPr algn="l">
              <a:defRPr sz="26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5438986" y="1510453"/>
            <a:ext cx="5452535" cy="6243321"/>
          </a:xfrm>
          <a:prstGeom prst="rect">
            <a:avLst/>
          </a:prstGeom>
        </p:spPr>
        <p:txBody>
          <a:bodyPr lIns="48767" tIns="48767" rIns="48767" bIns="48767"/>
          <a:lstStyle>
            <a:lvl1pPr marL="450215" indent="-450215">
              <a:defRPr sz="4200"/>
            </a:lvl1pPr>
            <a:lvl2pPr marL="885825" indent="-428625">
              <a:defRPr sz="4200"/>
            </a:lvl2pPr>
            <a:lvl3pPr marL="1314450" indent="-400050">
              <a:defRPr sz="4200"/>
            </a:lvl3pPr>
            <a:lvl4pPr marL="1851660" indent="-480060">
              <a:defRPr sz="4200"/>
            </a:lvl4pPr>
            <a:lvl5pPr marL="2308860" indent="-480060">
              <a:defRPr sz="4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2113279" y="2749973"/>
            <a:ext cx="3208869" cy="5003802"/>
          </a:xfrm>
          <a:prstGeom prst="rect">
            <a:avLst/>
          </a:prstGeom>
          <a:ln w="12700"/>
        </p:spPr>
        <p:txBody>
          <a:bodyPr lIns="48767" tIns="48767" rIns="48767" bIns="48767"/>
          <a:lstStyle/>
          <a:p>
            <a:pPr marL="0" indent="0">
              <a:spcBef>
                <a:spcPts val="400"/>
              </a:spcBef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 hasCustomPrompt="1"/>
          </p:nvPr>
        </p:nvSpPr>
        <p:spPr>
          <a:xfrm>
            <a:off x="3537373" y="6339840"/>
            <a:ext cx="5852162" cy="604521"/>
          </a:xfrm>
          <a:prstGeom prst="rect">
            <a:avLst/>
          </a:prstGeom>
        </p:spPr>
        <p:txBody>
          <a:bodyPr lIns="48767" tIns="48767" rIns="48767" bIns="48767" anchor="b"/>
          <a:lstStyle>
            <a:lvl1pPr algn="l">
              <a:defRPr sz="26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537373" y="1872826"/>
            <a:ext cx="5852162" cy="4389121"/>
          </a:xfrm>
          <a:prstGeom prst="rect">
            <a:avLst/>
          </a:prstGeom>
          <a:ln w="12700"/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84" name="Body Level One…"/>
          <p:cNvSpPr txBox="1"/>
          <p:nvPr>
            <p:ph type="body" sz="quarter" idx="1" hasCustomPrompt="1"/>
          </p:nvPr>
        </p:nvSpPr>
        <p:spPr>
          <a:xfrm>
            <a:off x="3537373" y="6944360"/>
            <a:ext cx="5852162" cy="858521"/>
          </a:xfrm>
          <a:prstGeom prst="rect">
            <a:avLst/>
          </a:prstGeom>
        </p:spPr>
        <p:txBody>
          <a:bodyPr lIns="48767" tIns="48767" rIns="48767" bIns="48767"/>
          <a:lstStyle>
            <a:lvl1pPr marL="0" indent="0">
              <a:spcBef>
                <a:spcPts val="400"/>
              </a:spcBef>
              <a:buSzTx/>
              <a:buFontTx/>
              <a:buNone/>
              <a:defRPr sz="1600"/>
            </a:lvl1pPr>
            <a:lvl2pPr marL="0" indent="457200">
              <a:spcBef>
                <a:spcPts val="400"/>
              </a:spcBef>
              <a:buSzTx/>
              <a:buFontTx/>
              <a:buNone/>
              <a:defRPr sz="1600"/>
            </a:lvl2pPr>
            <a:lvl3pPr marL="0" indent="914400">
              <a:spcBef>
                <a:spcPts val="400"/>
              </a:spcBef>
              <a:buSzTx/>
              <a:buFontTx/>
              <a:buNone/>
              <a:defRPr sz="1600"/>
            </a:lvl3pPr>
            <a:lvl4pPr marL="0" indent="1371600">
              <a:spcBef>
                <a:spcPts val="400"/>
              </a:spcBef>
              <a:buSzTx/>
              <a:buFontTx/>
              <a:buNone/>
              <a:defRPr sz="1600"/>
            </a:lvl4pPr>
            <a:lvl5pPr marL="0" indent="1828800">
              <a:spcBef>
                <a:spcPts val="400"/>
              </a:spcBef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xfrm>
            <a:off x="10601053" y="8050592"/>
            <a:ext cx="290468" cy="286896"/>
          </a:xfrm>
          <a:prstGeom prst="rect">
            <a:avLst/>
          </a:prstGeom>
        </p:spPr>
        <p:txBody>
          <a:bodyPr lIns="48767" tIns="48767" rIns="48767" bIns="48767"/>
          <a:lstStyle>
            <a:lvl1pPr>
              <a:defRPr sz="1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>
            <p:custDataLst>
              <p:tags r:id="rId2"/>
            </p:custDataLst>
          </p:nvPr>
        </p:nvCxnSpPr>
        <p:spPr>
          <a:xfrm flipH="1">
            <a:off x="3339931" y="2363893"/>
            <a:ext cx="1220555" cy="21071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 flipH="1">
            <a:off x="4303099" y="2130891"/>
            <a:ext cx="1057317" cy="18254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4"/>
            </p:custDataLst>
          </p:nvPr>
        </p:nvCxnSpPr>
        <p:spPr>
          <a:xfrm flipH="1">
            <a:off x="3940048" y="4532715"/>
            <a:ext cx="1015323" cy="17529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"/>
          <p:cNvSpPr/>
          <p:nvPr userDrawn="1">
            <p:custDataLst>
              <p:tags r:id="rId5"/>
            </p:custDataLst>
          </p:nvPr>
        </p:nvSpPr>
        <p:spPr>
          <a:xfrm>
            <a:off x="5398055" y="2939627"/>
            <a:ext cx="6415701" cy="2720771"/>
          </a:xfrm>
          <a:custGeom>
            <a:avLst/>
            <a:gdLst>
              <a:gd name="connsiteX0" fmla="*/ 0 w 6014720"/>
              <a:gd name="connsiteY0" fmla="*/ 0 h 2549144"/>
              <a:gd name="connsiteX1" fmla="*/ 6014720 w 6014720"/>
              <a:gd name="connsiteY1" fmla="*/ 0 h 2549144"/>
              <a:gd name="connsiteX2" fmla="*/ 6014720 w 6014720"/>
              <a:gd name="connsiteY2" fmla="*/ 2549144 h 2549144"/>
              <a:gd name="connsiteX3" fmla="*/ 0 w 6014720"/>
              <a:gd name="connsiteY3" fmla="*/ 2549144 h 2549144"/>
              <a:gd name="connsiteX4" fmla="*/ 0 w 6014720"/>
              <a:gd name="connsiteY4" fmla="*/ 0 h 2549144"/>
              <a:gd name="connsiteX0-1" fmla="*/ 0 w 6014720"/>
              <a:gd name="connsiteY0-2" fmla="*/ 0 h 2549144"/>
              <a:gd name="connsiteX1-3" fmla="*/ 6014720 w 6014720"/>
              <a:gd name="connsiteY1-4" fmla="*/ 0 h 2549144"/>
              <a:gd name="connsiteX2-5" fmla="*/ 6014720 w 6014720"/>
              <a:gd name="connsiteY2-6" fmla="*/ 2549144 h 2549144"/>
              <a:gd name="connsiteX3-7" fmla="*/ 4580890 w 6014720"/>
              <a:gd name="connsiteY3-8" fmla="*/ 2543690 h 2549144"/>
              <a:gd name="connsiteX4-9" fmla="*/ 0 w 6014720"/>
              <a:gd name="connsiteY4-10" fmla="*/ 2549144 h 2549144"/>
              <a:gd name="connsiteX5" fmla="*/ 0 w 6014720"/>
              <a:gd name="connsiteY5" fmla="*/ 0 h 2549144"/>
              <a:gd name="connsiteX0-11" fmla="*/ 0 w 6014720"/>
              <a:gd name="connsiteY0-12" fmla="*/ 2549144 h 2640584"/>
              <a:gd name="connsiteX1-13" fmla="*/ 0 w 6014720"/>
              <a:gd name="connsiteY1-14" fmla="*/ 0 h 2640584"/>
              <a:gd name="connsiteX2-15" fmla="*/ 6014720 w 6014720"/>
              <a:gd name="connsiteY2-16" fmla="*/ 0 h 2640584"/>
              <a:gd name="connsiteX3-17" fmla="*/ 6014720 w 6014720"/>
              <a:gd name="connsiteY3-18" fmla="*/ 2549144 h 2640584"/>
              <a:gd name="connsiteX4-19" fmla="*/ 4580890 w 6014720"/>
              <a:gd name="connsiteY4-20" fmla="*/ 2543690 h 2640584"/>
              <a:gd name="connsiteX5-21" fmla="*/ 91440 w 6014720"/>
              <a:gd name="connsiteY5-22" fmla="*/ 2640584 h 2640584"/>
              <a:gd name="connsiteX0-23" fmla="*/ 0 w 6014720"/>
              <a:gd name="connsiteY0-24" fmla="*/ 2549144 h 2549144"/>
              <a:gd name="connsiteX1-25" fmla="*/ 0 w 6014720"/>
              <a:gd name="connsiteY1-26" fmla="*/ 0 h 2549144"/>
              <a:gd name="connsiteX2-27" fmla="*/ 6014720 w 6014720"/>
              <a:gd name="connsiteY2-28" fmla="*/ 0 h 2549144"/>
              <a:gd name="connsiteX3-29" fmla="*/ 6014720 w 6014720"/>
              <a:gd name="connsiteY3-30" fmla="*/ 2549144 h 2549144"/>
              <a:gd name="connsiteX4-31" fmla="*/ 4580890 w 6014720"/>
              <a:gd name="connsiteY4-32" fmla="*/ 2543690 h 2549144"/>
              <a:gd name="connsiteX0-33" fmla="*/ 0 w 6014720"/>
              <a:gd name="connsiteY0-34" fmla="*/ 0 h 2549144"/>
              <a:gd name="connsiteX1-35" fmla="*/ 6014720 w 6014720"/>
              <a:gd name="connsiteY1-36" fmla="*/ 0 h 2549144"/>
              <a:gd name="connsiteX2-37" fmla="*/ 6014720 w 6014720"/>
              <a:gd name="connsiteY2-38" fmla="*/ 2549144 h 2549144"/>
              <a:gd name="connsiteX3-39" fmla="*/ 4580890 w 6014720"/>
              <a:gd name="connsiteY3-40" fmla="*/ 2543690 h 25491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014720" h="2549144">
                <a:moveTo>
                  <a:pt x="0" y="0"/>
                </a:moveTo>
                <a:lnTo>
                  <a:pt x="6014720" y="0"/>
                </a:lnTo>
                <a:lnTo>
                  <a:pt x="6014720" y="2549144"/>
                </a:lnTo>
                <a:lnTo>
                  <a:pt x="4580890" y="254369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920" kern="1200">
              <a:sym typeface="+mn-ea"/>
            </a:endParaRPr>
          </a:p>
        </p:txBody>
      </p:sp>
      <p:sp>
        <p:nvSpPr>
          <p:cNvPr id="12" name="矩形 14"/>
          <p:cNvSpPr/>
          <p:nvPr userDrawn="1">
            <p:custDataLst>
              <p:tags r:id="rId6"/>
            </p:custDataLst>
          </p:nvPr>
        </p:nvSpPr>
        <p:spPr>
          <a:xfrm>
            <a:off x="1220555" y="2939627"/>
            <a:ext cx="2572512" cy="2718677"/>
          </a:xfrm>
          <a:custGeom>
            <a:avLst/>
            <a:gdLst>
              <a:gd name="connsiteX0" fmla="*/ 0 w 2759710"/>
              <a:gd name="connsiteY0" fmla="*/ 0 h 2537330"/>
              <a:gd name="connsiteX1" fmla="*/ 2759710 w 2759710"/>
              <a:gd name="connsiteY1" fmla="*/ 0 h 2537330"/>
              <a:gd name="connsiteX2" fmla="*/ 2759710 w 2759710"/>
              <a:gd name="connsiteY2" fmla="*/ 2537330 h 2537330"/>
              <a:gd name="connsiteX3" fmla="*/ 0 w 2759710"/>
              <a:gd name="connsiteY3" fmla="*/ 2537330 h 2537330"/>
              <a:gd name="connsiteX4" fmla="*/ 0 w 2759710"/>
              <a:gd name="connsiteY4" fmla="*/ 0 h 2537330"/>
              <a:gd name="connsiteX0-1" fmla="*/ 0 w 2759710"/>
              <a:gd name="connsiteY0-2" fmla="*/ 11430 h 2548760"/>
              <a:gd name="connsiteX1-3" fmla="*/ 2360930 w 2759710"/>
              <a:gd name="connsiteY1-4" fmla="*/ 0 h 2548760"/>
              <a:gd name="connsiteX2-5" fmla="*/ 2759710 w 2759710"/>
              <a:gd name="connsiteY2-6" fmla="*/ 11430 h 2548760"/>
              <a:gd name="connsiteX3-7" fmla="*/ 2759710 w 2759710"/>
              <a:gd name="connsiteY3-8" fmla="*/ 2548760 h 2548760"/>
              <a:gd name="connsiteX4-9" fmla="*/ 0 w 2759710"/>
              <a:gd name="connsiteY4-10" fmla="*/ 2548760 h 2548760"/>
              <a:gd name="connsiteX5" fmla="*/ 0 w 2759710"/>
              <a:gd name="connsiteY5" fmla="*/ 11430 h 2548760"/>
              <a:gd name="connsiteX0-11" fmla="*/ 0 w 2759710"/>
              <a:gd name="connsiteY0-12" fmla="*/ 11430 h 2548760"/>
              <a:gd name="connsiteX1-13" fmla="*/ 2360930 w 2759710"/>
              <a:gd name="connsiteY1-14" fmla="*/ 0 h 2548760"/>
              <a:gd name="connsiteX2-15" fmla="*/ 2759710 w 2759710"/>
              <a:gd name="connsiteY2-16" fmla="*/ 11430 h 2548760"/>
              <a:gd name="connsiteX3-17" fmla="*/ 2759710 w 2759710"/>
              <a:gd name="connsiteY3-18" fmla="*/ 2548760 h 2548760"/>
              <a:gd name="connsiteX4-19" fmla="*/ 2411730 w 2759710"/>
              <a:gd name="connsiteY4-20" fmla="*/ 2540000 h 2548760"/>
              <a:gd name="connsiteX5-21" fmla="*/ 0 w 2759710"/>
              <a:gd name="connsiteY5-22" fmla="*/ 2548760 h 2548760"/>
              <a:gd name="connsiteX6" fmla="*/ 0 w 2759710"/>
              <a:gd name="connsiteY6" fmla="*/ 11430 h 2548760"/>
              <a:gd name="connsiteX0-23" fmla="*/ 2759710 w 2851150"/>
              <a:gd name="connsiteY0-24" fmla="*/ 2548760 h 2640200"/>
              <a:gd name="connsiteX1-25" fmla="*/ 2411730 w 2851150"/>
              <a:gd name="connsiteY1-26" fmla="*/ 2540000 h 2640200"/>
              <a:gd name="connsiteX2-27" fmla="*/ 0 w 2851150"/>
              <a:gd name="connsiteY2-28" fmla="*/ 2548760 h 2640200"/>
              <a:gd name="connsiteX3-29" fmla="*/ 0 w 2851150"/>
              <a:gd name="connsiteY3-30" fmla="*/ 11430 h 2640200"/>
              <a:gd name="connsiteX4-31" fmla="*/ 2360930 w 2851150"/>
              <a:gd name="connsiteY4-32" fmla="*/ 0 h 2640200"/>
              <a:gd name="connsiteX5-33" fmla="*/ 2759710 w 2851150"/>
              <a:gd name="connsiteY5-34" fmla="*/ 11430 h 2640200"/>
              <a:gd name="connsiteX6-35" fmla="*/ 2851150 w 2851150"/>
              <a:gd name="connsiteY6-36" fmla="*/ 2640200 h 2640200"/>
              <a:gd name="connsiteX0-37" fmla="*/ 2759710 w 2759710"/>
              <a:gd name="connsiteY0-38" fmla="*/ 2548760 h 2548760"/>
              <a:gd name="connsiteX1-39" fmla="*/ 2411730 w 2759710"/>
              <a:gd name="connsiteY1-40" fmla="*/ 2540000 h 2548760"/>
              <a:gd name="connsiteX2-41" fmla="*/ 0 w 2759710"/>
              <a:gd name="connsiteY2-42" fmla="*/ 2548760 h 2548760"/>
              <a:gd name="connsiteX3-43" fmla="*/ 0 w 2759710"/>
              <a:gd name="connsiteY3-44" fmla="*/ 11430 h 2548760"/>
              <a:gd name="connsiteX4-45" fmla="*/ 2360930 w 2759710"/>
              <a:gd name="connsiteY4-46" fmla="*/ 0 h 2548760"/>
              <a:gd name="connsiteX5-47" fmla="*/ 2759710 w 2759710"/>
              <a:gd name="connsiteY5-48" fmla="*/ 11430 h 2548760"/>
              <a:gd name="connsiteX0-49" fmla="*/ 2759710 w 2759710"/>
              <a:gd name="connsiteY0-50" fmla="*/ 2548760 h 2548760"/>
              <a:gd name="connsiteX1-51" fmla="*/ 2411730 w 2759710"/>
              <a:gd name="connsiteY1-52" fmla="*/ 2540000 h 2548760"/>
              <a:gd name="connsiteX2-53" fmla="*/ 0 w 2759710"/>
              <a:gd name="connsiteY2-54" fmla="*/ 2548760 h 2548760"/>
              <a:gd name="connsiteX3-55" fmla="*/ 0 w 2759710"/>
              <a:gd name="connsiteY3-56" fmla="*/ 11430 h 2548760"/>
              <a:gd name="connsiteX4-57" fmla="*/ 2360930 w 2759710"/>
              <a:gd name="connsiteY4-58" fmla="*/ 0 h 2548760"/>
              <a:gd name="connsiteX0-59" fmla="*/ 2411730 w 2411730"/>
              <a:gd name="connsiteY0-60" fmla="*/ 2540000 h 2548760"/>
              <a:gd name="connsiteX1-61" fmla="*/ 0 w 2411730"/>
              <a:gd name="connsiteY1-62" fmla="*/ 2548760 h 2548760"/>
              <a:gd name="connsiteX2-63" fmla="*/ 0 w 2411730"/>
              <a:gd name="connsiteY2-64" fmla="*/ 11430 h 2548760"/>
              <a:gd name="connsiteX3-65" fmla="*/ 2360930 w 2411730"/>
              <a:gd name="connsiteY3-66" fmla="*/ 0 h 25487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411730" h="2548760">
                <a:moveTo>
                  <a:pt x="2411730" y="2540000"/>
                </a:moveTo>
                <a:lnTo>
                  <a:pt x="0" y="2548760"/>
                </a:lnTo>
                <a:lnTo>
                  <a:pt x="0" y="11430"/>
                </a:lnTo>
                <a:lnTo>
                  <a:pt x="2360930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920" kern="12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4756235" y="3210560"/>
            <a:ext cx="5439954" cy="1967037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40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4761056" y="5305409"/>
            <a:ext cx="5439955" cy="819887"/>
          </a:xfrm>
        </p:spPr>
        <p:txBody>
          <a:bodyPr wrap="square">
            <a:normAutofit/>
          </a:bodyPr>
          <a:lstStyle>
            <a:lvl1pPr marL="0" indent="0" algn="r">
              <a:lnSpc>
                <a:spcPct val="100000"/>
              </a:lnSpc>
              <a:buNone/>
              <a:defRPr sz="3840" b="1">
                <a:solidFill>
                  <a:schemeClr val="tx1">
                    <a:alpha val="90000"/>
                  </a:schemeClr>
                </a:solidFill>
              </a:defRPr>
            </a:lvl1pPr>
            <a:lvl2pPr marL="487680" indent="0" algn="ctr">
              <a:buNone/>
              <a:defRPr sz="2135"/>
            </a:lvl2pPr>
            <a:lvl3pPr marL="975360" indent="0" algn="ctr">
              <a:buNone/>
              <a:defRPr sz="1920"/>
            </a:lvl3pPr>
            <a:lvl4pPr marL="1463040" indent="0" algn="ctr">
              <a:buNone/>
              <a:defRPr sz="1705"/>
            </a:lvl4pPr>
            <a:lvl5pPr marL="1950720" indent="0" algn="ctr">
              <a:buNone/>
              <a:defRPr sz="1705"/>
            </a:lvl5pPr>
            <a:lvl6pPr marL="2438400" indent="0" algn="ctr">
              <a:buNone/>
              <a:defRPr sz="1705"/>
            </a:lvl6pPr>
            <a:lvl7pPr marL="2926080" indent="0" algn="ctr">
              <a:buNone/>
              <a:defRPr sz="1705"/>
            </a:lvl7pPr>
            <a:lvl8pPr marL="3413760" indent="0" algn="ctr">
              <a:buNone/>
              <a:defRPr sz="1705"/>
            </a:lvl8pPr>
            <a:lvl9pPr marL="3901440" indent="0" algn="ctr">
              <a:buNone/>
              <a:defRPr sz="170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9184640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124189" y="6159756"/>
            <a:ext cx="3072000" cy="537600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135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417123" y="4147502"/>
            <a:ext cx="1518800" cy="962939"/>
          </a:xfrm>
        </p:spPr>
        <p:txBody>
          <a:bodyPr wrap="square" anchor="b">
            <a:normAutofit/>
          </a:bodyPr>
          <a:lstStyle>
            <a:lvl1pPr algn="r">
              <a:defRPr sz="4695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4" name="直接连接符 3"/>
          <p:cNvCxnSpPr/>
          <p:nvPr userDrawn="1">
            <p:custDataLst>
              <p:tags r:id="rId6"/>
            </p:custDataLst>
          </p:nvPr>
        </p:nvCxnSpPr>
        <p:spPr>
          <a:xfrm>
            <a:off x="1469136" y="3942080"/>
            <a:ext cx="94962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>
            <p:custDataLst>
              <p:tags r:id="rId7"/>
            </p:custDataLst>
          </p:nvPr>
        </p:nvCxnSpPr>
        <p:spPr>
          <a:xfrm>
            <a:off x="1469136" y="5837259"/>
            <a:ext cx="20394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>
            <p:custDataLst>
              <p:tags r:id="rId8"/>
            </p:custDataLst>
          </p:nvPr>
        </p:nvCxnSpPr>
        <p:spPr>
          <a:xfrm>
            <a:off x="1474555" y="3928533"/>
            <a:ext cx="0" cy="19182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9"/>
            </p:custDataLst>
          </p:nvPr>
        </p:nvCxnSpPr>
        <p:spPr>
          <a:xfrm flipH="1">
            <a:off x="3423243" y="3942757"/>
            <a:ext cx="180170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10"/>
            </p:custDataLst>
          </p:nvPr>
        </p:nvCxnSpPr>
        <p:spPr>
          <a:xfrm flipH="1">
            <a:off x="4052485" y="5837259"/>
            <a:ext cx="11724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11"/>
            </p:custDataLst>
          </p:nvPr>
        </p:nvCxnSpPr>
        <p:spPr>
          <a:xfrm>
            <a:off x="5219531" y="3928533"/>
            <a:ext cx="0" cy="19182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12"/>
            </p:custDataLst>
          </p:nvPr>
        </p:nvCxnSpPr>
        <p:spPr>
          <a:xfrm flipH="1">
            <a:off x="3640667" y="5682576"/>
            <a:ext cx="207942" cy="38196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3"/>
            </p:custDataLst>
          </p:nvPr>
        </p:nvCxnSpPr>
        <p:spPr>
          <a:xfrm flipH="1">
            <a:off x="2414693" y="3585125"/>
            <a:ext cx="558123" cy="96316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14"/>
            </p:custDataLst>
          </p:nvPr>
        </p:nvCxnSpPr>
        <p:spPr>
          <a:xfrm flipH="1">
            <a:off x="2807547" y="3381925"/>
            <a:ext cx="587925" cy="1016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 useBgFill="1"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3447627" y="3398859"/>
            <a:ext cx="2712043" cy="614341"/>
          </a:xfrm>
          <a:ln w="25400">
            <a:solidFill>
              <a:schemeClr val="tx1"/>
            </a:solidFill>
          </a:ln>
        </p:spPr>
        <p:txBody>
          <a:bodyPr wrap="none" tIns="0" bIns="90170" anchor="ctr" anchorCtr="0">
            <a:normAutofit/>
          </a:bodyPr>
          <a:lstStyle>
            <a:lvl1pPr marL="0" indent="0" algn="ctr">
              <a:buNone/>
              <a:defRPr sz="2985" b="1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434080" y="4578773"/>
            <a:ext cx="5059680" cy="948267"/>
          </a:xfrm>
          <a:noFill/>
          <a:ln>
            <a:noFill/>
          </a:ln>
        </p:spPr>
        <p:txBody>
          <a:bodyPr wrap="square" anchor="ctr">
            <a:normAutofit/>
          </a:bodyPr>
          <a:lstStyle>
            <a:lvl1pPr algn="l">
              <a:defRPr sz="4695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cxnSp>
        <p:nvCxnSpPr>
          <p:cNvPr id="27" name="直接连接符 26"/>
          <p:cNvCxnSpPr/>
          <p:nvPr userDrawn="1">
            <p:custDataLst>
              <p:tags r:id="rId7"/>
            </p:custDataLst>
          </p:nvPr>
        </p:nvCxnSpPr>
        <p:spPr>
          <a:xfrm>
            <a:off x="2564384" y="3699595"/>
            <a:ext cx="57844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8"/>
            </p:custDataLst>
          </p:nvPr>
        </p:nvCxnSpPr>
        <p:spPr>
          <a:xfrm>
            <a:off x="2564384" y="6016752"/>
            <a:ext cx="52764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9"/>
            </p:custDataLst>
          </p:nvPr>
        </p:nvCxnSpPr>
        <p:spPr>
          <a:xfrm>
            <a:off x="2574544" y="3682661"/>
            <a:ext cx="0" cy="23456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10"/>
            </p:custDataLst>
          </p:nvPr>
        </p:nvCxnSpPr>
        <p:spPr>
          <a:xfrm flipH="1">
            <a:off x="6461760" y="3700238"/>
            <a:ext cx="432138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11"/>
            </p:custDataLst>
          </p:nvPr>
        </p:nvCxnSpPr>
        <p:spPr>
          <a:xfrm flipH="1">
            <a:off x="9672319" y="6016673"/>
            <a:ext cx="11108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>
            <p:custDataLst>
              <p:tags r:id="rId12"/>
            </p:custDataLst>
          </p:nvPr>
        </p:nvCxnSpPr>
        <p:spPr>
          <a:xfrm>
            <a:off x="10772443" y="3682847"/>
            <a:ext cx="0" cy="234542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3434757" y="5608320"/>
            <a:ext cx="5328581" cy="733552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985" b="0">
                <a:solidFill>
                  <a:schemeClr val="tx1">
                    <a:alpha val="90000"/>
                  </a:schemeClr>
                </a:solidFill>
              </a:defRPr>
            </a:lvl1pPr>
            <a:lvl2pPr marL="487680" indent="0" algn="ctr">
              <a:buNone/>
              <a:defRPr sz="2135"/>
            </a:lvl2pPr>
            <a:lvl3pPr marL="975360" indent="0" algn="ctr">
              <a:buNone/>
              <a:defRPr sz="1920"/>
            </a:lvl3pPr>
            <a:lvl4pPr marL="1463040" indent="0" algn="ctr">
              <a:buNone/>
              <a:defRPr sz="1705"/>
            </a:lvl4pPr>
            <a:lvl5pPr marL="1950720" indent="0" algn="ctr">
              <a:buNone/>
              <a:defRPr sz="1705"/>
            </a:lvl5pPr>
            <a:lvl6pPr marL="2438400" indent="0" algn="ctr">
              <a:buNone/>
              <a:defRPr sz="1705"/>
            </a:lvl6pPr>
            <a:lvl7pPr marL="2926080" indent="0" algn="ctr">
              <a:buNone/>
              <a:defRPr sz="1705"/>
            </a:lvl7pPr>
            <a:lvl8pPr marL="3413760" indent="0" algn="ctr">
              <a:buNone/>
              <a:defRPr sz="1705"/>
            </a:lvl8pPr>
            <a:lvl9pPr marL="3901440" indent="0" algn="ctr">
              <a:buNone/>
              <a:defRPr sz="170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50" name="直接连接符 49"/>
          <p:cNvCxnSpPr/>
          <p:nvPr userDrawn="1">
            <p:custDataLst>
              <p:tags r:id="rId14"/>
            </p:custDataLst>
          </p:nvPr>
        </p:nvCxnSpPr>
        <p:spPr>
          <a:xfrm flipH="1">
            <a:off x="8757920" y="5434923"/>
            <a:ext cx="599440" cy="10342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 userDrawn="1">
            <p:custDataLst>
              <p:tags r:id="rId15"/>
            </p:custDataLst>
          </p:nvPr>
        </p:nvCxnSpPr>
        <p:spPr>
          <a:xfrm flipH="1">
            <a:off x="9218507" y="5260171"/>
            <a:ext cx="608923" cy="10518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42357" y="2607733"/>
            <a:ext cx="5678763" cy="5200907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583680" y="2607733"/>
            <a:ext cx="5678763" cy="5200907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742357" y="2607733"/>
            <a:ext cx="5678763" cy="43872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560" b="1"/>
            </a:lvl1pPr>
            <a:lvl2pPr marL="487680" indent="0">
              <a:buNone/>
              <a:defRPr sz="2135" b="1"/>
            </a:lvl2pPr>
            <a:lvl3pPr marL="975360" indent="0">
              <a:buNone/>
              <a:defRPr sz="1920" b="1"/>
            </a:lvl3pPr>
            <a:lvl4pPr marL="1463040" indent="0">
              <a:buNone/>
              <a:defRPr sz="1705" b="1"/>
            </a:lvl4pPr>
            <a:lvl5pPr marL="1950720" indent="0">
              <a:buNone/>
              <a:defRPr sz="1705" b="1"/>
            </a:lvl5pPr>
            <a:lvl6pPr marL="2438400" indent="0">
              <a:buNone/>
              <a:defRPr sz="1705" b="1"/>
            </a:lvl6pPr>
            <a:lvl7pPr marL="2926080" indent="0">
              <a:buNone/>
              <a:defRPr sz="1705" b="1"/>
            </a:lvl7pPr>
            <a:lvl8pPr marL="3413760" indent="0">
              <a:buNone/>
              <a:defRPr sz="1705" b="1"/>
            </a:lvl8pPr>
            <a:lvl9pPr marL="3901440" indent="0">
              <a:buNone/>
              <a:defRPr sz="1705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742357" y="3219306"/>
            <a:ext cx="5678763" cy="4586961"/>
          </a:xfrm>
        </p:spPr>
        <p:txBody>
          <a:bodyPr wrap="square">
            <a:normAutofit/>
          </a:bodyPr>
          <a:lstStyle>
            <a:lvl1pPr>
              <a:defRPr sz="2345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583680" y="2607733"/>
            <a:ext cx="5678763" cy="43872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560" b="1"/>
            </a:lvl1pPr>
            <a:lvl2pPr marL="487680" indent="0">
              <a:buNone/>
              <a:defRPr sz="2135" b="1"/>
            </a:lvl2pPr>
            <a:lvl3pPr marL="975360" indent="0">
              <a:buNone/>
              <a:defRPr sz="1920" b="1"/>
            </a:lvl3pPr>
            <a:lvl4pPr marL="1463040" indent="0">
              <a:buNone/>
              <a:defRPr sz="1705" b="1"/>
            </a:lvl4pPr>
            <a:lvl5pPr marL="1950720" indent="0">
              <a:buNone/>
              <a:defRPr sz="1705" b="1"/>
            </a:lvl5pPr>
            <a:lvl6pPr marL="2438400" indent="0">
              <a:buNone/>
              <a:defRPr sz="1705" b="1"/>
            </a:lvl6pPr>
            <a:lvl7pPr marL="2926080" indent="0">
              <a:buNone/>
              <a:defRPr sz="1705" b="1"/>
            </a:lvl7pPr>
            <a:lvl8pPr marL="3413760" indent="0">
              <a:buNone/>
              <a:defRPr sz="1705" b="1"/>
            </a:lvl8pPr>
            <a:lvl9pPr marL="3901440" indent="0">
              <a:buNone/>
              <a:defRPr sz="1705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583680" y="3219306"/>
            <a:ext cx="5678763" cy="4586961"/>
          </a:xfrm>
        </p:spPr>
        <p:txBody>
          <a:bodyPr wrap="square">
            <a:normAutofit/>
          </a:bodyPr>
          <a:lstStyle>
            <a:lvl1pPr>
              <a:defRPr sz="2345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42357" y="1603248"/>
            <a:ext cx="11522117" cy="620572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742357" y="2607733"/>
            <a:ext cx="11519027" cy="43259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560" b="0"/>
            </a:lvl1pPr>
            <a:lvl2pPr marL="487680" indent="0">
              <a:buNone/>
              <a:defRPr sz="2135" b="1"/>
            </a:lvl2pPr>
            <a:lvl3pPr marL="975360" indent="0">
              <a:buNone/>
              <a:defRPr sz="1920" b="1"/>
            </a:lvl3pPr>
            <a:lvl4pPr marL="1463040" indent="0">
              <a:buNone/>
              <a:defRPr sz="1705" b="1"/>
            </a:lvl4pPr>
            <a:lvl5pPr marL="1950720" indent="0">
              <a:buNone/>
              <a:defRPr sz="1705" b="1"/>
            </a:lvl5pPr>
            <a:lvl6pPr marL="2438400" indent="0">
              <a:buNone/>
              <a:defRPr sz="1705" b="1"/>
            </a:lvl6pPr>
            <a:lvl7pPr marL="2926080" indent="0">
              <a:buNone/>
              <a:defRPr sz="1705" b="1"/>
            </a:lvl7pPr>
            <a:lvl8pPr marL="3413760" indent="0">
              <a:buNone/>
              <a:defRPr sz="1705" b="1"/>
            </a:lvl8pPr>
            <a:lvl9pPr marL="3901440" indent="0">
              <a:buNone/>
              <a:defRPr sz="1705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337582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184640" y="7999307"/>
            <a:ext cx="2926080" cy="38946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7" name="矩形 1"/>
          <p:cNvSpPr/>
          <p:nvPr userDrawn="1">
            <p:custDataLst>
              <p:tags r:id="rId5"/>
            </p:custDataLst>
          </p:nvPr>
        </p:nvSpPr>
        <p:spPr>
          <a:xfrm>
            <a:off x="5398055" y="2939627"/>
            <a:ext cx="6415701" cy="2720771"/>
          </a:xfrm>
          <a:custGeom>
            <a:avLst/>
            <a:gdLst>
              <a:gd name="connsiteX0" fmla="*/ 0 w 6014720"/>
              <a:gd name="connsiteY0" fmla="*/ 0 h 2549144"/>
              <a:gd name="connsiteX1" fmla="*/ 6014720 w 6014720"/>
              <a:gd name="connsiteY1" fmla="*/ 0 h 2549144"/>
              <a:gd name="connsiteX2" fmla="*/ 6014720 w 6014720"/>
              <a:gd name="connsiteY2" fmla="*/ 2549144 h 2549144"/>
              <a:gd name="connsiteX3" fmla="*/ 0 w 6014720"/>
              <a:gd name="connsiteY3" fmla="*/ 2549144 h 2549144"/>
              <a:gd name="connsiteX4" fmla="*/ 0 w 6014720"/>
              <a:gd name="connsiteY4" fmla="*/ 0 h 2549144"/>
              <a:gd name="connsiteX0-1" fmla="*/ 0 w 6014720"/>
              <a:gd name="connsiteY0-2" fmla="*/ 0 h 2549144"/>
              <a:gd name="connsiteX1-3" fmla="*/ 6014720 w 6014720"/>
              <a:gd name="connsiteY1-4" fmla="*/ 0 h 2549144"/>
              <a:gd name="connsiteX2-5" fmla="*/ 6014720 w 6014720"/>
              <a:gd name="connsiteY2-6" fmla="*/ 2549144 h 2549144"/>
              <a:gd name="connsiteX3-7" fmla="*/ 4580890 w 6014720"/>
              <a:gd name="connsiteY3-8" fmla="*/ 2543690 h 2549144"/>
              <a:gd name="connsiteX4-9" fmla="*/ 0 w 6014720"/>
              <a:gd name="connsiteY4-10" fmla="*/ 2549144 h 2549144"/>
              <a:gd name="connsiteX5" fmla="*/ 0 w 6014720"/>
              <a:gd name="connsiteY5" fmla="*/ 0 h 2549144"/>
              <a:gd name="connsiteX0-11" fmla="*/ 0 w 6014720"/>
              <a:gd name="connsiteY0-12" fmla="*/ 2549144 h 2640584"/>
              <a:gd name="connsiteX1-13" fmla="*/ 0 w 6014720"/>
              <a:gd name="connsiteY1-14" fmla="*/ 0 h 2640584"/>
              <a:gd name="connsiteX2-15" fmla="*/ 6014720 w 6014720"/>
              <a:gd name="connsiteY2-16" fmla="*/ 0 h 2640584"/>
              <a:gd name="connsiteX3-17" fmla="*/ 6014720 w 6014720"/>
              <a:gd name="connsiteY3-18" fmla="*/ 2549144 h 2640584"/>
              <a:gd name="connsiteX4-19" fmla="*/ 4580890 w 6014720"/>
              <a:gd name="connsiteY4-20" fmla="*/ 2543690 h 2640584"/>
              <a:gd name="connsiteX5-21" fmla="*/ 91440 w 6014720"/>
              <a:gd name="connsiteY5-22" fmla="*/ 2640584 h 2640584"/>
              <a:gd name="connsiteX0-23" fmla="*/ 0 w 6014720"/>
              <a:gd name="connsiteY0-24" fmla="*/ 2549144 h 2549144"/>
              <a:gd name="connsiteX1-25" fmla="*/ 0 w 6014720"/>
              <a:gd name="connsiteY1-26" fmla="*/ 0 h 2549144"/>
              <a:gd name="connsiteX2-27" fmla="*/ 6014720 w 6014720"/>
              <a:gd name="connsiteY2-28" fmla="*/ 0 h 2549144"/>
              <a:gd name="connsiteX3-29" fmla="*/ 6014720 w 6014720"/>
              <a:gd name="connsiteY3-30" fmla="*/ 2549144 h 2549144"/>
              <a:gd name="connsiteX4-31" fmla="*/ 4580890 w 6014720"/>
              <a:gd name="connsiteY4-32" fmla="*/ 2543690 h 2549144"/>
              <a:gd name="connsiteX0-33" fmla="*/ 0 w 6014720"/>
              <a:gd name="connsiteY0-34" fmla="*/ 0 h 2549144"/>
              <a:gd name="connsiteX1-35" fmla="*/ 6014720 w 6014720"/>
              <a:gd name="connsiteY1-36" fmla="*/ 0 h 2549144"/>
              <a:gd name="connsiteX2-37" fmla="*/ 6014720 w 6014720"/>
              <a:gd name="connsiteY2-38" fmla="*/ 2549144 h 2549144"/>
              <a:gd name="connsiteX3-39" fmla="*/ 4580890 w 6014720"/>
              <a:gd name="connsiteY3-40" fmla="*/ 2543690 h 25491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014720" h="2549144">
                <a:moveTo>
                  <a:pt x="0" y="0"/>
                </a:moveTo>
                <a:lnTo>
                  <a:pt x="6014720" y="0"/>
                </a:lnTo>
                <a:lnTo>
                  <a:pt x="6014720" y="2549144"/>
                </a:lnTo>
                <a:lnTo>
                  <a:pt x="4580890" y="254369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920" kern="1200">
              <a:sym typeface="+mn-ea"/>
            </a:endParaRPr>
          </a:p>
        </p:txBody>
      </p:sp>
      <p:sp>
        <p:nvSpPr>
          <p:cNvPr id="68" name="矩形 14"/>
          <p:cNvSpPr/>
          <p:nvPr userDrawn="1">
            <p:custDataLst>
              <p:tags r:id="rId6"/>
            </p:custDataLst>
          </p:nvPr>
        </p:nvSpPr>
        <p:spPr>
          <a:xfrm>
            <a:off x="1220555" y="2939627"/>
            <a:ext cx="2572512" cy="2718677"/>
          </a:xfrm>
          <a:custGeom>
            <a:avLst/>
            <a:gdLst>
              <a:gd name="connsiteX0" fmla="*/ 0 w 2759710"/>
              <a:gd name="connsiteY0" fmla="*/ 0 h 2537330"/>
              <a:gd name="connsiteX1" fmla="*/ 2759710 w 2759710"/>
              <a:gd name="connsiteY1" fmla="*/ 0 h 2537330"/>
              <a:gd name="connsiteX2" fmla="*/ 2759710 w 2759710"/>
              <a:gd name="connsiteY2" fmla="*/ 2537330 h 2537330"/>
              <a:gd name="connsiteX3" fmla="*/ 0 w 2759710"/>
              <a:gd name="connsiteY3" fmla="*/ 2537330 h 2537330"/>
              <a:gd name="connsiteX4" fmla="*/ 0 w 2759710"/>
              <a:gd name="connsiteY4" fmla="*/ 0 h 2537330"/>
              <a:gd name="connsiteX0-1" fmla="*/ 0 w 2759710"/>
              <a:gd name="connsiteY0-2" fmla="*/ 11430 h 2548760"/>
              <a:gd name="connsiteX1-3" fmla="*/ 2360930 w 2759710"/>
              <a:gd name="connsiteY1-4" fmla="*/ 0 h 2548760"/>
              <a:gd name="connsiteX2-5" fmla="*/ 2759710 w 2759710"/>
              <a:gd name="connsiteY2-6" fmla="*/ 11430 h 2548760"/>
              <a:gd name="connsiteX3-7" fmla="*/ 2759710 w 2759710"/>
              <a:gd name="connsiteY3-8" fmla="*/ 2548760 h 2548760"/>
              <a:gd name="connsiteX4-9" fmla="*/ 0 w 2759710"/>
              <a:gd name="connsiteY4-10" fmla="*/ 2548760 h 2548760"/>
              <a:gd name="connsiteX5" fmla="*/ 0 w 2759710"/>
              <a:gd name="connsiteY5" fmla="*/ 11430 h 2548760"/>
              <a:gd name="connsiteX0-11" fmla="*/ 0 w 2759710"/>
              <a:gd name="connsiteY0-12" fmla="*/ 11430 h 2548760"/>
              <a:gd name="connsiteX1-13" fmla="*/ 2360930 w 2759710"/>
              <a:gd name="connsiteY1-14" fmla="*/ 0 h 2548760"/>
              <a:gd name="connsiteX2-15" fmla="*/ 2759710 w 2759710"/>
              <a:gd name="connsiteY2-16" fmla="*/ 11430 h 2548760"/>
              <a:gd name="connsiteX3-17" fmla="*/ 2759710 w 2759710"/>
              <a:gd name="connsiteY3-18" fmla="*/ 2548760 h 2548760"/>
              <a:gd name="connsiteX4-19" fmla="*/ 2411730 w 2759710"/>
              <a:gd name="connsiteY4-20" fmla="*/ 2540000 h 2548760"/>
              <a:gd name="connsiteX5-21" fmla="*/ 0 w 2759710"/>
              <a:gd name="connsiteY5-22" fmla="*/ 2548760 h 2548760"/>
              <a:gd name="connsiteX6" fmla="*/ 0 w 2759710"/>
              <a:gd name="connsiteY6" fmla="*/ 11430 h 2548760"/>
              <a:gd name="connsiteX0-23" fmla="*/ 2759710 w 2851150"/>
              <a:gd name="connsiteY0-24" fmla="*/ 2548760 h 2640200"/>
              <a:gd name="connsiteX1-25" fmla="*/ 2411730 w 2851150"/>
              <a:gd name="connsiteY1-26" fmla="*/ 2540000 h 2640200"/>
              <a:gd name="connsiteX2-27" fmla="*/ 0 w 2851150"/>
              <a:gd name="connsiteY2-28" fmla="*/ 2548760 h 2640200"/>
              <a:gd name="connsiteX3-29" fmla="*/ 0 w 2851150"/>
              <a:gd name="connsiteY3-30" fmla="*/ 11430 h 2640200"/>
              <a:gd name="connsiteX4-31" fmla="*/ 2360930 w 2851150"/>
              <a:gd name="connsiteY4-32" fmla="*/ 0 h 2640200"/>
              <a:gd name="connsiteX5-33" fmla="*/ 2759710 w 2851150"/>
              <a:gd name="connsiteY5-34" fmla="*/ 11430 h 2640200"/>
              <a:gd name="connsiteX6-35" fmla="*/ 2851150 w 2851150"/>
              <a:gd name="connsiteY6-36" fmla="*/ 2640200 h 2640200"/>
              <a:gd name="connsiteX0-37" fmla="*/ 2759710 w 2759710"/>
              <a:gd name="connsiteY0-38" fmla="*/ 2548760 h 2548760"/>
              <a:gd name="connsiteX1-39" fmla="*/ 2411730 w 2759710"/>
              <a:gd name="connsiteY1-40" fmla="*/ 2540000 h 2548760"/>
              <a:gd name="connsiteX2-41" fmla="*/ 0 w 2759710"/>
              <a:gd name="connsiteY2-42" fmla="*/ 2548760 h 2548760"/>
              <a:gd name="connsiteX3-43" fmla="*/ 0 w 2759710"/>
              <a:gd name="connsiteY3-44" fmla="*/ 11430 h 2548760"/>
              <a:gd name="connsiteX4-45" fmla="*/ 2360930 w 2759710"/>
              <a:gd name="connsiteY4-46" fmla="*/ 0 h 2548760"/>
              <a:gd name="connsiteX5-47" fmla="*/ 2759710 w 2759710"/>
              <a:gd name="connsiteY5-48" fmla="*/ 11430 h 2548760"/>
              <a:gd name="connsiteX0-49" fmla="*/ 2759710 w 2759710"/>
              <a:gd name="connsiteY0-50" fmla="*/ 2548760 h 2548760"/>
              <a:gd name="connsiteX1-51" fmla="*/ 2411730 w 2759710"/>
              <a:gd name="connsiteY1-52" fmla="*/ 2540000 h 2548760"/>
              <a:gd name="connsiteX2-53" fmla="*/ 0 w 2759710"/>
              <a:gd name="connsiteY2-54" fmla="*/ 2548760 h 2548760"/>
              <a:gd name="connsiteX3-55" fmla="*/ 0 w 2759710"/>
              <a:gd name="connsiteY3-56" fmla="*/ 11430 h 2548760"/>
              <a:gd name="connsiteX4-57" fmla="*/ 2360930 w 2759710"/>
              <a:gd name="connsiteY4-58" fmla="*/ 0 h 2548760"/>
              <a:gd name="connsiteX0-59" fmla="*/ 2411730 w 2411730"/>
              <a:gd name="connsiteY0-60" fmla="*/ 2540000 h 2548760"/>
              <a:gd name="connsiteX1-61" fmla="*/ 0 w 2411730"/>
              <a:gd name="connsiteY1-62" fmla="*/ 2548760 h 2548760"/>
              <a:gd name="connsiteX2-63" fmla="*/ 0 w 2411730"/>
              <a:gd name="connsiteY2-64" fmla="*/ 11430 h 2548760"/>
              <a:gd name="connsiteX3-65" fmla="*/ 2360930 w 2411730"/>
              <a:gd name="connsiteY3-66" fmla="*/ 0 h 25487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411730" h="2548760">
                <a:moveTo>
                  <a:pt x="2411730" y="2540000"/>
                </a:moveTo>
                <a:lnTo>
                  <a:pt x="0" y="2548760"/>
                </a:lnTo>
                <a:lnTo>
                  <a:pt x="0" y="11430"/>
                </a:lnTo>
                <a:lnTo>
                  <a:pt x="2360930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920" kern="1200">
              <a:sym typeface="+mn-ea"/>
            </a:endParaRPr>
          </a:p>
        </p:txBody>
      </p:sp>
      <p:sp>
        <p:nvSpPr>
          <p:cNvPr id="69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4756235" y="3305387"/>
            <a:ext cx="5439954" cy="1872210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40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70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4761056" y="5305409"/>
            <a:ext cx="5439955" cy="819887"/>
          </a:xfrm>
        </p:spPr>
        <p:txBody>
          <a:bodyPr wrap="square">
            <a:normAutofit/>
          </a:bodyPr>
          <a:lstStyle>
            <a:lvl1pPr marL="0" indent="0" algn="r">
              <a:lnSpc>
                <a:spcPct val="100000"/>
              </a:lnSpc>
              <a:buNone/>
              <a:defRPr sz="3840" b="1">
                <a:solidFill>
                  <a:schemeClr val="tx1">
                    <a:alpha val="90000"/>
                  </a:schemeClr>
                </a:solidFill>
              </a:defRPr>
            </a:lvl1pPr>
            <a:lvl2pPr marL="487680" indent="0" algn="ctr">
              <a:buNone/>
              <a:defRPr sz="2135"/>
            </a:lvl2pPr>
            <a:lvl3pPr marL="975360" indent="0" algn="ctr">
              <a:buNone/>
              <a:defRPr sz="1920"/>
            </a:lvl3pPr>
            <a:lvl4pPr marL="1463040" indent="0" algn="ctr">
              <a:buNone/>
              <a:defRPr sz="1705"/>
            </a:lvl4pPr>
            <a:lvl5pPr marL="1950720" indent="0" algn="ctr">
              <a:buNone/>
              <a:defRPr sz="1705"/>
            </a:lvl5pPr>
            <a:lvl6pPr marL="2438400" indent="0" algn="ctr">
              <a:buNone/>
              <a:defRPr sz="1705"/>
            </a:lvl6pPr>
            <a:lvl7pPr marL="2926080" indent="0" algn="ctr">
              <a:buNone/>
              <a:defRPr sz="1705"/>
            </a:lvl7pPr>
            <a:lvl8pPr marL="3413760" indent="0" algn="ctr">
              <a:buNone/>
              <a:defRPr sz="1705"/>
            </a:lvl8pPr>
            <a:lvl9pPr marL="3901440" indent="0" algn="ctr">
              <a:buNone/>
              <a:defRPr sz="170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1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24189" y="6159756"/>
            <a:ext cx="3072000" cy="537600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135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>
            <p:custDataLst>
              <p:tags r:id="rId10"/>
            </p:custDataLst>
          </p:nvPr>
        </p:nvCxnSpPr>
        <p:spPr>
          <a:xfrm flipH="1">
            <a:off x="3339931" y="2363893"/>
            <a:ext cx="1220555" cy="21071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11"/>
            </p:custDataLst>
          </p:nvPr>
        </p:nvCxnSpPr>
        <p:spPr>
          <a:xfrm flipH="1">
            <a:off x="4303099" y="2130891"/>
            <a:ext cx="1057317" cy="18254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12"/>
            </p:custDataLst>
          </p:nvPr>
        </p:nvCxnSpPr>
        <p:spPr>
          <a:xfrm flipH="1">
            <a:off x="3940048" y="4532715"/>
            <a:ext cx="1015323" cy="17529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xfrm>
            <a:off x="11986739" y="9123214"/>
            <a:ext cx="367821" cy="3531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>
            <p:custDataLst>
              <p:tags r:id="rId2"/>
            </p:custDataLst>
          </p:nvPr>
        </p:nvCxnSpPr>
        <p:spPr>
          <a:xfrm flipH="1">
            <a:off x="3537585" y="2520950"/>
            <a:ext cx="1144270" cy="19754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 flipH="1">
            <a:off x="4440555" y="2302510"/>
            <a:ext cx="991235" cy="17113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4"/>
            </p:custDataLst>
          </p:nvPr>
        </p:nvCxnSpPr>
        <p:spPr>
          <a:xfrm flipH="1">
            <a:off x="4100195" y="4554220"/>
            <a:ext cx="951865" cy="16433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"/>
          <p:cNvSpPr/>
          <p:nvPr userDrawn="1">
            <p:custDataLst>
              <p:tags r:id="rId5"/>
            </p:custDataLst>
          </p:nvPr>
        </p:nvSpPr>
        <p:spPr>
          <a:xfrm>
            <a:off x="5467077" y="3060700"/>
            <a:ext cx="6014720" cy="2550723"/>
          </a:xfrm>
          <a:custGeom>
            <a:avLst/>
            <a:gdLst>
              <a:gd name="connsiteX0" fmla="*/ 0 w 6014720"/>
              <a:gd name="connsiteY0" fmla="*/ 0 h 2549144"/>
              <a:gd name="connsiteX1" fmla="*/ 6014720 w 6014720"/>
              <a:gd name="connsiteY1" fmla="*/ 0 h 2549144"/>
              <a:gd name="connsiteX2" fmla="*/ 6014720 w 6014720"/>
              <a:gd name="connsiteY2" fmla="*/ 2549144 h 2549144"/>
              <a:gd name="connsiteX3" fmla="*/ 0 w 6014720"/>
              <a:gd name="connsiteY3" fmla="*/ 2549144 h 2549144"/>
              <a:gd name="connsiteX4" fmla="*/ 0 w 6014720"/>
              <a:gd name="connsiteY4" fmla="*/ 0 h 2549144"/>
              <a:gd name="connsiteX0-1" fmla="*/ 0 w 6014720"/>
              <a:gd name="connsiteY0-2" fmla="*/ 0 h 2549144"/>
              <a:gd name="connsiteX1-3" fmla="*/ 6014720 w 6014720"/>
              <a:gd name="connsiteY1-4" fmla="*/ 0 h 2549144"/>
              <a:gd name="connsiteX2-5" fmla="*/ 6014720 w 6014720"/>
              <a:gd name="connsiteY2-6" fmla="*/ 2549144 h 2549144"/>
              <a:gd name="connsiteX3-7" fmla="*/ 4580890 w 6014720"/>
              <a:gd name="connsiteY3-8" fmla="*/ 2543690 h 2549144"/>
              <a:gd name="connsiteX4-9" fmla="*/ 0 w 6014720"/>
              <a:gd name="connsiteY4-10" fmla="*/ 2549144 h 2549144"/>
              <a:gd name="connsiteX5" fmla="*/ 0 w 6014720"/>
              <a:gd name="connsiteY5" fmla="*/ 0 h 2549144"/>
              <a:gd name="connsiteX0-11" fmla="*/ 0 w 6014720"/>
              <a:gd name="connsiteY0-12" fmla="*/ 2549144 h 2640584"/>
              <a:gd name="connsiteX1-13" fmla="*/ 0 w 6014720"/>
              <a:gd name="connsiteY1-14" fmla="*/ 0 h 2640584"/>
              <a:gd name="connsiteX2-15" fmla="*/ 6014720 w 6014720"/>
              <a:gd name="connsiteY2-16" fmla="*/ 0 h 2640584"/>
              <a:gd name="connsiteX3-17" fmla="*/ 6014720 w 6014720"/>
              <a:gd name="connsiteY3-18" fmla="*/ 2549144 h 2640584"/>
              <a:gd name="connsiteX4-19" fmla="*/ 4580890 w 6014720"/>
              <a:gd name="connsiteY4-20" fmla="*/ 2543690 h 2640584"/>
              <a:gd name="connsiteX5-21" fmla="*/ 91440 w 6014720"/>
              <a:gd name="connsiteY5-22" fmla="*/ 2640584 h 2640584"/>
              <a:gd name="connsiteX0-23" fmla="*/ 0 w 6014720"/>
              <a:gd name="connsiteY0-24" fmla="*/ 2549144 h 2549144"/>
              <a:gd name="connsiteX1-25" fmla="*/ 0 w 6014720"/>
              <a:gd name="connsiteY1-26" fmla="*/ 0 h 2549144"/>
              <a:gd name="connsiteX2-27" fmla="*/ 6014720 w 6014720"/>
              <a:gd name="connsiteY2-28" fmla="*/ 0 h 2549144"/>
              <a:gd name="connsiteX3-29" fmla="*/ 6014720 w 6014720"/>
              <a:gd name="connsiteY3-30" fmla="*/ 2549144 h 2549144"/>
              <a:gd name="connsiteX4-31" fmla="*/ 4580890 w 6014720"/>
              <a:gd name="connsiteY4-32" fmla="*/ 2543690 h 2549144"/>
              <a:gd name="connsiteX0-33" fmla="*/ 0 w 6014720"/>
              <a:gd name="connsiteY0-34" fmla="*/ 0 h 2549144"/>
              <a:gd name="connsiteX1-35" fmla="*/ 6014720 w 6014720"/>
              <a:gd name="connsiteY1-36" fmla="*/ 0 h 2549144"/>
              <a:gd name="connsiteX2-37" fmla="*/ 6014720 w 6014720"/>
              <a:gd name="connsiteY2-38" fmla="*/ 2549144 h 2549144"/>
              <a:gd name="connsiteX3-39" fmla="*/ 4580890 w 6014720"/>
              <a:gd name="connsiteY3-40" fmla="*/ 2543690 h 25491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014720" h="2549144">
                <a:moveTo>
                  <a:pt x="0" y="0"/>
                </a:moveTo>
                <a:lnTo>
                  <a:pt x="6014720" y="0"/>
                </a:lnTo>
                <a:lnTo>
                  <a:pt x="6014720" y="2549144"/>
                </a:lnTo>
                <a:lnTo>
                  <a:pt x="4580890" y="254369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12" name="矩形 14"/>
          <p:cNvSpPr/>
          <p:nvPr userDrawn="1">
            <p:custDataLst>
              <p:tags r:id="rId6"/>
            </p:custDataLst>
          </p:nvPr>
        </p:nvSpPr>
        <p:spPr>
          <a:xfrm>
            <a:off x="1550670" y="3060700"/>
            <a:ext cx="2411730" cy="2548760"/>
          </a:xfrm>
          <a:custGeom>
            <a:avLst/>
            <a:gdLst>
              <a:gd name="connsiteX0" fmla="*/ 0 w 2759710"/>
              <a:gd name="connsiteY0" fmla="*/ 0 h 2537330"/>
              <a:gd name="connsiteX1" fmla="*/ 2759710 w 2759710"/>
              <a:gd name="connsiteY1" fmla="*/ 0 h 2537330"/>
              <a:gd name="connsiteX2" fmla="*/ 2759710 w 2759710"/>
              <a:gd name="connsiteY2" fmla="*/ 2537330 h 2537330"/>
              <a:gd name="connsiteX3" fmla="*/ 0 w 2759710"/>
              <a:gd name="connsiteY3" fmla="*/ 2537330 h 2537330"/>
              <a:gd name="connsiteX4" fmla="*/ 0 w 2759710"/>
              <a:gd name="connsiteY4" fmla="*/ 0 h 2537330"/>
              <a:gd name="connsiteX0-1" fmla="*/ 0 w 2759710"/>
              <a:gd name="connsiteY0-2" fmla="*/ 11430 h 2548760"/>
              <a:gd name="connsiteX1-3" fmla="*/ 2360930 w 2759710"/>
              <a:gd name="connsiteY1-4" fmla="*/ 0 h 2548760"/>
              <a:gd name="connsiteX2-5" fmla="*/ 2759710 w 2759710"/>
              <a:gd name="connsiteY2-6" fmla="*/ 11430 h 2548760"/>
              <a:gd name="connsiteX3-7" fmla="*/ 2759710 w 2759710"/>
              <a:gd name="connsiteY3-8" fmla="*/ 2548760 h 2548760"/>
              <a:gd name="connsiteX4-9" fmla="*/ 0 w 2759710"/>
              <a:gd name="connsiteY4-10" fmla="*/ 2548760 h 2548760"/>
              <a:gd name="connsiteX5" fmla="*/ 0 w 2759710"/>
              <a:gd name="connsiteY5" fmla="*/ 11430 h 2548760"/>
              <a:gd name="connsiteX0-11" fmla="*/ 0 w 2759710"/>
              <a:gd name="connsiteY0-12" fmla="*/ 11430 h 2548760"/>
              <a:gd name="connsiteX1-13" fmla="*/ 2360930 w 2759710"/>
              <a:gd name="connsiteY1-14" fmla="*/ 0 h 2548760"/>
              <a:gd name="connsiteX2-15" fmla="*/ 2759710 w 2759710"/>
              <a:gd name="connsiteY2-16" fmla="*/ 11430 h 2548760"/>
              <a:gd name="connsiteX3-17" fmla="*/ 2759710 w 2759710"/>
              <a:gd name="connsiteY3-18" fmla="*/ 2548760 h 2548760"/>
              <a:gd name="connsiteX4-19" fmla="*/ 2411730 w 2759710"/>
              <a:gd name="connsiteY4-20" fmla="*/ 2540000 h 2548760"/>
              <a:gd name="connsiteX5-21" fmla="*/ 0 w 2759710"/>
              <a:gd name="connsiteY5-22" fmla="*/ 2548760 h 2548760"/>
              <a:gd name="connsiteX6" fmla="*/ 0 w 2759710"/>
              <a:gd name="connsiteY6" fmla="*/ 11430 h 2548760"/>
              <a:gd name="connsiteX0-23" fmla="*/ 2759710 w 2851150"/>
              <a:gd name="connsiteY0-24" fmla="*/ 2548760 h 2640200"/>
              <a:gd name="connsiteX1-25" fmla="*/ 2411730 w 2851150"/>
              <a:gd name="connsiteY1-26" fmla="*/ 2540000 h 2640200"/>
              <a:gd name="connsiteX2-27" fmla="*/ 0 w 2851150"/>
              <a:gd name="connsiteY2-28" fmla="*/ 2548760 h 2640200"/>
              <a:gd name="connsiteX3-29" fmla="*/ 0 w 2851150"/>
              <a:gd name="connsiteY3-30" fmla="*/ 11430 h 2640200"/>
              <a:gd name="connsiteX4-31" fmla="*/ 2360930 w 2851150"/>
              <a:gd name="connsiteY4-32" fmla="*/ 0 h 2640200"/>
              <a:gd name="connsiteX5-33" fmla="*/ 2759710 w 2851150"/>
              <a:gd name="connsiteY5-34" fmla="*/ 11430 h 2640200"/>
              <a:gd name="connsiteX6-35" fmla="*/ 2851150 w 2851150"/>
              <a:gd name="connsiteY6-36" fmla="*/ 2640200 h 2640200"/>
              <a:gd name="connsiteX0-37" fmla="*/ 2759710 w 2759710"/>
              <a:gd name="connsiteY0-38" fmla="*/ 2548760 h 2548760"/>
              <a:gd name="connsiteX1-39" fmla="*/ 2411730 w 2759710"/>
              <a:gd name="connsiteY1-40" fmla="*/ 2540000 h 2548760"/>
              <a:gd name="connsiteX2-41" fmla="*/ 0 w 2759710"/>
              <a:gd name="connsiteY2-42" fmla="*/ 2548760 h 2548760"/>
              <a:gd name="connsiteX3-43" fmla="*/ 0 w 2759710"/>
              <a:gd name="connsiteY3-44" fmla="*/ 11430 h 2548760"/>
              <a:gd name="connsiteX4-45" fmla="*/ 2360930 w 2759710"/>
              <a:gd name="connsiteY4-46" fmla="*/ 0 h 2548760"/>
              <a:gd name="connsiteX5-47" fmla="*/ 2759710 w 2759710"/>
              <a:gd name="connsiteY5-48" fmla="*/ 11430 h 2548760"/>
              <a:gd name="connsiteX0-49" fmla="*/ 2759710 w 2759710"/>
              <a:gd name="connsiteY0-50" fmla="*/ 2548760 h 2548760"/>
              <a:gd name="connsiteX1-51" fmla="*/ 2411730 w 2759710"/>
              <a:gd name="connsiteY1-52" fmla="*/ 2540000 h 2548760"/>
              <a:gd name="connsiteX2-53" fmla="*/ 0 w 2759710"/>
              <a:gd name="connsiteY2-54" fmla="*/ 2548760 h 2548760"/>
              <a:gd name="connsiteX3-55" fmla="*/ 0 w 2759710"/>
              <a:gd name="connsiteY3-56" fmla="*/ 11430 h 2548760"/>
              <a:gd name="connsiteX4-57" fmla="*/ 2360930 w 2759710"/>
              <a:gd name="connsiteY4-58" fmla="*/ 0 h 2548760"/>
              <a:gd name="connsiteX0-59" fmla="*/ 2411730 w 2411730"/>
              <a:gd name="connsiteY0-60" fmla="*/ 2540000 h 2548760"/>
              <a:gd name="connsiteX1-61" fmla="*/ 0 w 2411730"/>
              <a:gd name="connsiteY1-62" fmla="*/ 2548760 h 2548760"/>
              <a:gd name="connsiteX2-63" fmla="*/ 0 w 2411730"/>
              <a:gd name="connsiteY2-64" fmla="*/ 11430 h 2548760"/>
              <a:gd name="connsiteX3-65" fmla="*/ 2360930 w 2411730"/>
              <a:gd name="connsiteY3-66" fmla="*/ 0 h 25487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411730" h="2548760">
                <a:moveTo>
                  <a:pt x="2411730" y="2540000"/>
                </a:moveTo>
                <a:lnTo>
                  <a:pt x="0" y="2548760"/>
                </a:lnTo>
                <a:lnTo>
                  <a:pt x="0" y="11430"/>
                </a:lnTo>
                <a:lnTo>
                  <a:pt x="2360930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4865370" y="3314700"/>
            <a:ext cx="5099957" cy="1844097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8535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4869890" y="5278621"/>
            <a:ext cx="5099958" cy="768644"/>
          </a:xfrm>
        </p:spPr>
        <p:txBody>
          <a:bodyPr wrap="square">
            <a:normAutofit/>
          </a:bodyPr>
          <a:lstStyle>
            <a:lvl1pPr marL="0" indent="0" algn="r">
              <a:lnSpc>
                <a:spcPct val="100000"/>
              </a:lnSpc>
              <a:buNone/>
              <a:defRPr sz="5120" b="1">
                <a:solidFill>
                  <a:schemeClr val="tx1">
                    <a:alpha val="90000"/>
                  </a:schemeClr>
                </a:solidFill>
              </a:defRPr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960" indent="0" algn="ctr">
              <a:buNone/>
              <a:defRPr sz="2275"/>
            </a:lvl5pPr>
            <a:lvl6pPr marL="3251200" indent="0" algn="ctr">
              <a:buNone/>
              <a:defRPr sz="2275"/>
            </a:lvl6pPr>
            <a:lvl7pPr marL="3901440" indent="0" algn="ctr">
              <a:buNone/>
              <a:defRPr sz="2275"/>
            </a:lvl7pPr>
            <a:lvl8pPr marL="4551680" indent="0" algn="ctr">
              <a:buNone/>
              <a:defRPr sz="2275"/>
            </a:lvl8pPr>
            <a:lvl9pPr marL="5201920" indent="0" algn="ctr">
              <a:buNone/>
              <a:defRPr sz="227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9017000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085327" y="6079571"/>
            <a:ext cx="2880000" cy="504000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845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609953" y="4193083"/>
            <a:ext cx="1423875" cy="902755"/>
          </a:xfrm>
        </p:spPr>
        <p:txBody>
          <a:bodyPr wrap="square" anchor="b">
            <a:normAutofit/>
          </a:bodyPr>
          <a:lstStyle>
            <a:lvl1pPr algn="r">
              <a:defRPr sz="626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4" name="直接连接符 3"/>
          <p:cNvCxnSpPr/>
          <p:nvPr userDrawn="1">
            <p:custDataLst>
              <p:tags r:id="rId6"/>
            </p:custDataLst>
          </p:nvPr>
        </p:nvCxnSpPr>
        <p:spPr>
          <a:xfrm>
            <a:off x="1783715" y="4000500"/>
            <a:ext cx="89027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>
            <p:custDataLst>
              <p:tags r:id="rId7"/>
            </p:custDataLst>
          </p:nvPr>
        </p:nvCxnSpPr>
        <p:spPr>
          <a:xfrm>
            <a:off x="1783715" y="5777230"/>
            <a:ext cx="191198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>
            <p:custDataLst>
              <p:tags r:id="rId8"/>
            </p:custDataLst>
          </p:nvPr>
        </p:nvCxnSpPr>
        <p:spPr>
          <a:xfrm>
            <a:off x="1788795" y="3987800"/>
            <a:ext cx="0" cy="179832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9"/>
            </p:custDataLst>
          </p:nvPr>
        </p:nvCxnSpPr>
        <p:spPr>
          <a:xfrm flipH="1">
            <a:off x="3615690" y="4001135"/>
            <a:ext cx="16891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10"/>
            </p:custDataLst>
          </p:nvPr>
        </p:nvCxnSpPr>
        <p:spPr>
          <a:xfrm flipH="1">
            <a:off x="4205605" y="5777230"/>
            <a:ext cx="109918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11"/>
            </p:custDataLst>
          </p:nvPr>
        </p:nvCxnSpPr>
        <p:spPr>
          <a:xfrm>
            <a:off x="5299710" y="3987800"/>
            <a:ext cx="0" cy="179832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12"/>
            </p:custDataLst>
          </p:nvPr>
        </p:nvCxnSpPr>
        <p:spPr>
          <a:xfrm flipH="1">
            <a:off x="3819525" y="5632215"/>
            <a:ext cx="194946" cy="3580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3"/>
            </p:custDataLst>
          </p:nvPr>
        </p:nvCxnSpPr>
        <p:spPr>
          <a:xfrm flipH="1">
            <a:off x="2670175" y="3665855"/>
            <a:ext cx="523240" cy="9029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14"/>
            </p:custDataLst>
          </p:nvPr>
        </p:nvCxnSpPr>
        <p:spPr>
          <a:xfrm flipH="1">
            <a:off x="3038475" y="3475355"/>
            <a:ext cx="551180" cy="9525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 useBgFill="1"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3638550" y="3491230"/>
            <a:ext cx="2542540" cy="575945"/>
          </a:xfrm>
          <a:ln w="25400">
            <a:solidFill>
              <a:schemeClr val="tx1"/>
            </a:solidFill>
          </a:ln>
        </p:spPr>
        <p:txBody>
          <a:bodyPr wrap="none" tIns="0" bIns="90170" anchor="ctr" anchorCtr="0">
            <a:normAutofit/>
          </a:bodyPr>
          <a:lstStyle>
            <a:lvl1pPr marL="0" indent="0" algn="ctr">
              <a:buNone/>
              <a:defRPr sz="3980" b="1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625850" y="4597400"/>
            <a:ext cx="4743450" cy="889000"/>
          </a:xfrm>
          <a:noFill/>
          <a:ln>
            <a:noFill/>
          </a:ln>
        </p:spPr>
        <p:txBody>
          <a:bodyPr wrap="square" anchor="ctr">
            <a:normAutofit/>
          </a:bodyPr>
          <a:lstStyle>
            <a:lvl1pPr algn="l">
              <a:defRPr sz="626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cxnSp>
        <p:nvCxnSpPr>
          <p:cNvPr id="27" name="直接连接符 26"/>
          <p:cNvCxnSpPr/>
          <p:nvPr userDrawn="1">
            <p:custDataLst>
              <p:tags r:id="rId7"/>
            </p:custDataLst>
          </p:nvPr>
        </p:nvCxnSpPr>
        <p:spPr>
          <a:xfrm>
            <a:off x="2810510" y="3773170"/>
            <a:ext cx="54229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8"/>
            </p:custDataLst>
          </p:nvPr>
        </p:nvCxnSpPr>
        <p:spPr>
          <a:xfrm>
            <a:off x="2810510" y="5945505"/>
            <a:ext cx="49466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9"/>
            </p:custDataLst>
          </p:nvPr>
        </p:nvCxnSpPr>
        <p:spPr>
          <a:xfrm>
            <a:off x="2820035" y="3757295"/>
            <a:ext cx="0" cy="21990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10"/>
            </p:custDataLst>
          </p:nvPr>
        </p:nvCxnSpPr>
        <p:spPr>
          <a:xfrm flipH="1">
            <a:off x="6464300" y="3773773"/>
            <a:ext cx="40513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11"/>
            </p:custDataLst>
          </p:nvPr>
        </p:nvCxnSpPr>
        <p:spPr>
          <a:xfrm flipH="1">
            <a:off x="9474199" y="5945431"/>
            <a:ext cx="10414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>
            <p:custDataLst>
              <p:tags r:id="rId12"/>
            </p:custDataLst>
          </p:nvPr>
        </p:nvCxnSpPr>
        <p:spPr>
          <a:xfrm>
            <a:off x="10505565" y="3757469"/>
            <a:ext cx="0" cy="21988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3626485" y="5562600"/>
            <a:ext cx="4995545" cy="687705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3980" b="0">
                <a:solidFill>
                  <a:schemeClr val="tx1">
                    <a:alpha val="90000"/>
                  </a:schemeClr>
                </a:solidFill>
              </a:defRPr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960" indent="0" algn="ctr">
              <a:buNone/>
              <a:defRPr sz="2275"/>
            </a:lvl5pPr>
            <a:lvl6pPr marL="3251200" indent="0" algn="ctr">
              <a:buNone/>
              <a:defRPr sz="2275"/>
            </a:lvl6pPr>
            <a:lvl7pPr marL="3901440" indent="0" algn="ctr">
              <a:buNone/>
              <a:defRPr sz="2275"/>
            </a:lvl7pPr>
            <a:lvl8pPr marL="4551680" indent="0" algn="ctr">
              <a:buNone/>
              <a:defRPr sz="2275"/>
            </a:lvl8pPr>
            <a:lvl9pPr marL="5201920" indent="0" algn="ctr">
              <a:buNone/>
              <a:defRPr sz="227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50" name="直接连接符 49"/>
          <p:cNvCxnSpPr/>
          <p:nvPr userDrawn="1">
            <p:custDataLst>
              <p:tags r:id="rId14"/>
            </p:custDataLst>
          </p:nvPr>
        </p:nvCxnSpPr>
        <p:spPr>
          <a:xfrm flipH="1">
            <a:off x="8616950" y="5400040"/>
            <a:ext cx="561975" cy="9696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 userDrawn="1">
            <p:custDataLst>
              <p:tags r:id="rId15"/>
            </p:custDataLst>
          </p:nvPr>
        </p:nvCxnSpPr>
        <p:spPr>
          <a:xfrm flipH="1">
            <a:off x="9048750" y="5236210"/>
            <a:ext cx="570865" cy="9861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102360" y="27495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578600" y="27495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02360" y="27495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3415" b="1"/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960" indent="0">
              <a:buNone/>
              <a:defRPr sz="2275" b="1"/>
            </a:lvl5pPr>
            <a:lvl6pPr marL="3251200" indent="0">
              <a:buNone/>
              <a:defRPr sz="2275" b="1"/>
            </a:lvl6pPr>
            <a:lvl7pPr marL="3901440" indent="0">
              <a:buNone/>
              <a:defRPr sz="2275" b="1"/>
            </a:lvl7pPr>
            <a:lvl8pPr marL="4551680" indent="0">
              <a:buNone/>
              <a:defRPr sz="2275" b="1"/>
            </a:lvl8pPr>
            <a:lvl9pPr marL="5201920" indent="0">
              <a:buNone/>
              <a:defRPr sz="2275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1102360" y="3322899"/>
            <a:ext cx="5323840" cy="4300276"/>
          </a:xfrm>
        </p:spPr>
        <p:txBody>
          <a:bodyPr wrap="square">
            <a:normAutofit/>
          </a:bodyPr>
          <a:lstStyle>
            <a:lvl1pPr>
              <a:defRPr sz="313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578600" y="27495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3415" b="1"/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960" indent="0">
              <a:buNone/>
              <a:defRPr sz="2275" b="1"/>
            </a:lvl5pPr>
            <a:lvl6pPr marL="3251200" indent="0">
              <a:buNone/>
              <a:defRPr sz="2275" b="1"/>
            </a:lvl6pPr>
            <a:lvl7pPr marL="3901440" indent="0">
              <a:buNone/>
              <a:defRPr sz="2275" b="1"/>
            </a:lvl7pPr>
            <a:lvl8pPr marL="4551680" indent="0">
              <a:buNone/>
              <a:defRPr sz="2275" b="1"/>
            </a:lvl8pPr>
            <a:lvl9pPr marL="5201920" indent="0">
              <a:buNone/>
              <a:defRPr sz="2275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578600" y="3322899"/>
            <a:ext cx="5323840" cy="4300276"/>
          </a:xfrm>
        </p:spPr>
        <p:txBody>
          <a:bodyPr wrap="square">
            <a:normAutofit/>
          </a:bodyPr>
          <a:lstStyle>
            <a:lvl1pPr>
              <a:defRPr sz="313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102360" y="18078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02360" y="27495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3415" b="0"/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960" indent="0">
              <a:buNone/>
              <a:defRPr sz="2275" b="1"/>
            </a:lvl5pPr>
            <a:lvl6pPr marL="3251200" indent="0">
              <a:buNone/>
              <a:defRPr sz="2275" b="1"/>
            </a:lvl6pPr>
            <a:lvl7pPr marL="3901440" indent="0">
              <a:buNone/>
              <a:defRPr sz="2275" b="1"/>
            </a:lvl7pPr>
            <a:lvl8pPr marL="4551680" indent="0">
              <a:buNone/>
              <a:defRPr sz="2275" b="1"/>
            </a:lvl8pPr>
            <a:lvl9pPr marL="5201920" indent="0">
              <a:buNone/>
              <a:defRPr sz="2275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9160383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017000" y="78041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7" name="矩形 1"/>
          <p:cNvSpPr/>
          <p:nvPr userDrawn="1">
            <p:custDataLst>
              <p:tags r:id="rId5"/>
            </p:custDataLst>
          </p:nvPr>
        </p:nvSpPr>
        <p:spPr>
          <a:xfrm>
            <a:off x="5467077" y="3060700"/>
            <a:ext cx="6014720" cy="2550723"/>
          </a:xfrm>
          <a:custGeom>
            <a:avLst/>
            <a:gdLst>
              <a:gd name="connsiteX0" fmla="*/ 0 w 6014720"/>
              <a:gd name="connsiteY0" fmla="*/ 0 h 2549144"/>
              <a:gd name="connsiteX1" fmla="*/ 6014720 w 6014720"/>
              <a:gd name="connsiteY1" fmla="*/ 0 h 2549144"/>
              <a:gd name="connsiteX2" fmla="*/ 6014720 w 6014720"/>
              <a:gd name="connsiteY2" fmla="*/ 2549144 h 2549144"/>
              <a:gd name="connsiteX3" fmla="*/ 0 w 6014720"/>
              <a:gd name="connsiteY3" fmla="*/ 2549144 h 2549144"/>
              <a:gd name="connsiteX4" fmla="*/ 0 w 6014720"/>
              <a:gd name="connsiteY4" fmla="*/ 0 h 2549144"/>
              <a:gd name="connsiteX0-1" fmla="*/ 0 w 6014720"/>
              <a:gd name="connsiteY0-2" fmla="*/ 0 h 2549144"/>
              <a:gd name="connsiteX1-3" fmla="*/ 6014720 w 6014720"/>
              <a:gd name="connsiteY1-4" fmla="*/ 0 h 2549144"/>
              <a:gd name="connsiteX2-5" fmla="*/ 6014720 w 6014720"/>
              <a:gd name="connsiteY2-6" fmla="*/ 2549144 h 2549144"/>
              <a:gd name="connsiteX3-7" fmla="*/ 4580890 w 6014720"/>
              <a:gd name="connsiteY3-8" fmla="*/ 2543690 h 2549144"/>
              <a:gd name="connsiteX4-9" fmla="*/ 0 w 6014720"/>
              <a:gd name="connsiteY4-10" fmla="*/ 2549144 h 2549144"/>
              <a:gd name="connsiteX5" fmla="*/ 0 w 6014720"/>
              <a:gd name="connsiteY5" fmla="*/ 0 h 2549144"/>
              <a:gd name="connsiteX0-11" fmla="*/ 0 w 6014720"/>
              <a:gd name="connsiteY0-12" fmla="*/ 2549144 h 2640584"/>
              <a:gd name="connsiteX1-13" fmla="*/ 0 w 6014720"/>
              <a:gd name="connsiteY1-14" fmla="*/ 0 h 2640584"/>
              <a:gd name="connsiteX2-15" fmla="*/ 6014720 w 6014720"/>
              <a:gd name="connsiteY2-16" fmla="*/ 0 h 2640584"/>
              <a:gd name="connsiteX3-17" fmla="*/ 6014720 w 6014720"/>
              <a:gd name="connsiteY3-18" fmla="*/ 2549144 h 2640584"/>
              <a:gd name="connsiteX4-19" fmla="*/ 4580890 w 6014720"/>
              <a:gd name="connsiteY4-20" fmla="*/ 2543690 h 2640584"/>
              <a:gd name="connsiteX5-21" fmla="*/ 91440 w 6014720"/>
              <a:gd name="connsiteY5-22" fmla="*/ 2640584 h 2640584"/>
              <a:gd name="connsiteX0-23" fmla="*/ 0 w 6014720"/>
              <a:gd name="connsiteY0-24" fmla="*/ 2549144 h 2549144"/>
              <a:gd name="connsiteX1-25" fmla="*/ 0 w 6014720"/>
              <a:gd name="connsiteY1-26" fmla="*/ 0 h 2549144"/>
              <a:gd name="connsiteX2-27" fmla="*/ 6014720 w 6014720"/>
              <a:gd name="connsiteY2-28" fmla="*/ 0 h 2549144"/>
              <a:gd name="connsiteX3-29" fmla="*/ 6014720 w 6014720"/>
              <a:gd name="connsiteY3-30" fmla="*/ 2549144 h 2549144"/>
              <a:gd name="connsiteX4-31" fmla="*/ 4580890 w 6014720"/>
              <a:gd name="connsiteY4-32" fmla="*/ 2543690 h 2549144"/>
              <a:gd name="connsiteX0-33" fmla="*/ 0 w 6014720"/>
              <a:gd name="connsiteY0-34" fmla="*/ 0 h 2549144"/>
              <a:gd name="connsiteX1-35" fmla="*/ 6014720 w 6014720"/>
              <a:gd name="connsiteY1-36" fmla="*/ 0 h 2549144"/>
              <a:gd name="connsiteX2-37" fmla="*/ 6014720 w 6014720"/>
              <a:gd name="connsiteY2-38" fmla="*/ 2549144 h 2549144"/>
              <a:gd name="connsiteX3-39" fmla="*/ 4580890 w 6014720"/>
              <a:gd name="connsiteY3-40" fmla="*/ 2543690 h 25491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014720" h="2549144">
                <a:moveTo>
                  <a:pt x="0" y="0"/>
                </a:moveTo>
                <a:lnTo>
                  <a:pt x="6014720" y="0"/>
                </a:lnTo>
                <a:lnTo>
                  <a:pt x="6014720" y="2549144"/>
                </a:lnTo>
                <a:lnTo>
                  <a:pt x="4580890" y="254369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68" name="矩形 14"/>
          <p:cNvSpPr/>
          <p:nvPr userDrawn="1">
            <p:custDataLst>
              <p:tags r:id="rId6"/>
            </p:custDataLst>
          </p:nvPr>
        </p:nvSpPr>
        <p:spPr>
          <a:xfrm>
            <a:off x="1550670" y="3060700"/>
            <a:ext cx="2411730" cy="2548760"/>
          </a:xfrm>
          <a:custGeom>
            <a:avLst/>
            <a:gdLst>
              <a:gd name="connsiteX0" fmla="*/ 0 w 2759710"/>
              <a:gd name="connsiteY0" fmla="*/ 0 h 2537330"/>
              <a:gd name="connsiteX1" fmla="*/ 2759710 w 2759710"/>
              <a:gd name="connsiteY1" fmla="*/ 0 h 2537330"/>
              <a:gd name="connsiteX2" fmla="*/ 2759710 w 2759710"/>
              <a:gd name="connsiteY2" fmla="*/ 2537330 h 2537330"/>
              <a:gd name="connsiteX3" fmla="*/ 0 w 2759710"/>
              <a:gd name="connsiteY3" fmla="*/ 2537330 h 2537330"/>
              <a:gd name="connsiteX4" fmla="*/ 0 w 2759710"/>
              <a:gd name="connsiteY4" fmla="*/ 0 h 2537330"/>
              <a:gd name="connsiteX0-1" fmla="*/ 0 w 2759710"/>
              <a:gd name="connsiteY0-2" fmla="*/ 11430 h 2548760"/>
              <a:gd name="connsiteX1-3" fmla="*/ 2360930 w 2759710"/>
              <a:gd name="connsiteY1-4" fmla="*/ 0 h 2548760"/>
              <a:gd name="connsiteX2-5" fmla="*/ 2759710 w 2759710"/>
              <a:gd name="connsiteY2-6" fmla="*/ 11430 h 2548760"/>
              <a:gd name="connsiteX3-7" fmla="*/ 2759710 w 2759710"/>
              <a:gd name="connsiteY3-8" fmla="*/ 2548760 h 2548760"/>
              <a:gd name="connsiteX4-9" fmla="*/ 0 w 2759710"/>
              <a:gd name="connsiteY4-10" fmla="*/ 2548760 h 2548760"/>
              <a:gd name="connsiteX5" fmla="*/ 0 w 2759710"/>
              <a:gd name="connsiteY5" fmla="*/ 11430 h 2548760"/>
              <a:gd name="connsiteX0-11" fmla="*/ 0 w 2759710"/>
              <a:gd name="connsiteY0-12" fmla="*/ 11430 h 2548760"/>
              <a:gd name="connsiteX1-13" fmla="*/ 2360930 w 2759710"/>
              <a:gd name="connsiteY1-14" fmla="*/ 0 h 2548760"/>
              <a:gd name="connsiteX2-15" fmla="*/ 2759710 w 2759710"/>
              <a:gd name="connsiteY2-16" fmla="*/ 11430 h 2548760"/>
              <a:gd name="connsiteX3-17" fmla="*/ 2759710 w 2759710"/>
              <a:gd name="connsiteY3-18" fmla="*/ 2548760 h 2548760"/>
              <a:gd name="connsiteX4-19" fmla="*/ 2411730 w 2759710"/>
              <a:gd name="connsiteY4-20" fmla="*/ 2540000 h 2548760"/>
              <a:gd name="connsiteX5-21" fmla="*/ 0 w 2759710"/>
              <a:gd name="connsiteY5-22" fmla="*/ 2548760 h 2548760"/>
              <a:gd name="connsiteX6" fmla="*/ 0 w 2759710"/>
              <a:gd name="connsiteY6" fmla="*/ 11430 h 2548760"/>
              <a:gd name="connsiteX0-23" fmla="*/ 2759710 w 2851150"/>
              <a:gd name="connsiteY0-24" fmla="*/ 2548760 h 2640200"/>
              <a:gd name="connsiteX1-25" fmla="*/ 2411730 w 2851150"/>
              <a:gd name="connsiteY1-26" fmla="*/ 2540000 h 2640200"/>
              <a:gd name="connsiteX2-27" fmla="*/ 0 w 2851150"/>
              <a:gd name="connsiteY2-28" fmla="*/ 2548760 h 2640200"/>
              <a:gd name="connsiteX3-29" fmla="*/ 0 w 2851150"/>
              <a:gd name="connsiteY3-30" fmla="*/ 11430 h 2640200"/>
              <a:gd name="connsiteX4-31" fmla="*/ 2360930 w 2851150"/>
              <a:gd name="connsiteY4-32" fmla="*/ 0 h 2640200"/>
              <a:gd name="connsiteX5-33" fmla="*/ 2759710 w 2851150"/>
              <a:gd name="connsiteY5-34" fmla="*/ 11430 h 2640200"/>
              <a:gd name="connsiteX6-35" fmla="*/ 2851150 w 2851150"/>
              <a:gd name="connsiteY6-36" fmla="*/ 2640200 h 2640200"/>
              <a:gd name="connsiteX0-37" fmla="*/ 2759710 w 2759710"/>
              <a:gd name="connsiteY0-38" fmla="*/ 2548760 h 2548760"/>
              <a:gd name="connsiteX1-39" fmla="*/ 2411730 w 2759710"/>
              <a:gd name="connsiteY1-40" fmla="*/ 2540000 h 2548760"/>
              <a:gd name="connsiteX2-41" fmla="*/ 0 w 2759710"/>
              <a:gd name="connsiteY2-42" fmla="*/ 2548760 h 2548760"/>
              <a:gd name="connsiteX3-43" fmla="*/ 0 w 2759710"/>
              <a:gd name="connsiteY3-44" fmla="*/ 11430 h 2548760"/>
              <a:gd name="connsiteX4-45" fmla="*/ 2360930 w 2759710"/>
              <a:gd name="connsiteY4-46" fmla="*/ 0 h 2548760"/>
              <a:gd name="connsiteX5-47" fmla="*/ 2759710 w 2759710"/>
              <a:gd name="connsiteY5-48" fmla="*/ 11430 h 2548760"/>
              <a:gd name="connsiteX0-49" fmla="*/ 2759710 w 2759710"/>
              <a:gd name="connsiteY0-50" fmla="*/ 2548760 h 2548760"/>
              <a:gd name="connsiteX1-51" fmla="*/ 2411730 w 2759710"/>
              <a:gd name="connsiteY1-52" fmla="*/ 2540000 h 2548760"/>
              <a:gd name="connsiteX2-53" fmla="*/ 0 w 2759710"/>
              <a:gd name="connsiteY2-54" fmla="*/ 2548760 h 2548760"/>
              <a:gd name="connsiteX3-55" fmla="*/ 0 w 2759710"/>
              <a:gd name="connsiteY3-56" fmla="*/ 11430 h 2548760"/>
              <a:gd name="connsiteX4-57" fmla="*/ 2360930 w 2759710"/>
              <a:gd name="connsiteY4-58" fmla="*/ 0 h 2548760"/>
              <a:gd name="connsiteX0-59" fmla="*/ 2411730 w 2411730"/>
              <a:gd name="connsiteY0-60" fmla="*/ 2540000 h 2548760"/>
              <a:gd name="connsiteX1-61" fmla="*/ 0 w 2411730"/>
              <a:gd name="connsiteY1-62" fmla="*/ 2548760 h 2548760"/>
              <a:gd name="connsiteX2-63" fmla="*/ 0 w 2411730"/>
              <a:gd name="connsiteY2-64" fmla="*/ 11430 h 2548760"/>
              <a:gd name="connsiteX3-65" fmla="*/ 2360930 w 2411730"/>
              <a:gd name="connsiteY3-66" fmla="*/ 0 h 25487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411730" h="2548760">
                <a:moveTo>
                  <a:pt x="2411730" y="2540000"/>
                </a:moveTo>
                <a:lnTo>
                  <a:pt x="0" y="2548760"/>
                </a:lnTo>
                <a:lnTo>
                  <a:pt x="0" y="11430"/>
                </a:lnTo>
                <a:lnTo>
                  <a:pt x="2360930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69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4865370" y="3403600"/>
            <a:ext cx="5099957" cy="1755197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8535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70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4869890" y="5278621"/>
            <a:ext cx="5099958" cy="768644"/>
          </a:xfrm>
        </p:spPr>
        <p:txBody>
          <a:bodyPr wrap="square">
            <a:normAutofit/>
          </a:bodyPr>
          <a:lstStyle>
            <a:lvl1pPr marL="0" indent="0" algn="r">
              <a:lnSpc>
                <a:spcPct val="100000"/>
              </a:lnSpc>
              <a:buNone/>
              <a:defRPr sz="5120" b="1">
                <a:solidFill>
                  <a:schemeClr val="tx1">
                    <a:alpha val="90000"/>
                  </a:schemeClr>
                </a:solidFill>
              </a:defRPr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960" indent="0" algn="ctr">
              <a:buNone/>
              <a:defRPr sz="2275"/>
            </a:lvl5pPr>
            <a:lvl6pPr marL="3251200" indent="0" algn="ctr">
              <a:buNone/>
              <a:defRPr sz="2275"/>
            </a:lvl6pPr>
            <a:lvl7pPr marL="3901440" indent="0" algn="ctr">
              <a:buNone/>
              <a:defRPr sz="2275"/>
            </a:lvl7pPr>
            <a:lvl8pPr marL="4551680" indent="0" algn="ctr">
              <a:buNone/>
              <a:defRPr sz="2275"/>
            </a:lvl8pPr>
            <a:lvl9pPr marL="5201920" indent="0" algn="ctr">
              <a:buNone/>
              <a:defRPr sz="227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1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85327" y="6079571"/>
            <a:ext cx="2880000" cy="504000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845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>
            <p:custDataLst>
              <p:tags r:id="rId10"/>
            </p:custDataLst>
          </p:nvPr>
        </p:nvCxnSpPr>
        <p:spPr>
          <a:xfrm flipH="1">
            <a:off x="3537585" y="2520950"/>
            <a:ext cx="1144270" cy="19754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11"/>
            </p:custDataLst>
          </p:nvPr>
        </p:nvCxnSpPr>
        <p:spPr>
          <a:xfrm flipH="1">
            <a:off x="4440555" y="2302510"/>
            <a:ext cx="991235" cy="17113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12"/>
            </p:custDataLst>
          </p:nvPr>
        </p:nvCxnSpPr>
        <p:spPr>
          <a:xfrm flipH="1">
            <a:off x="4100195" y="4554220"/>
            <a:ext cx="951865" cy="16433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xfrm>
            <a:off x="11986739" y="9123214"/>
            <a:ext cx="367821" cy="35314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3" Type="http://schemas.openxmlformats.org/officeDocument/2006/relationships/theme" Target="../theme/theme2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3" Type="http://schemas.openxmlformats.org/officeDocument/2006/relationships/theme" Target="../theme/theme3.xml"/><Relationship Id="rId22" Type="http://schemas.openxmlformats.org/officeDocument/2006/relationships/tags" Target="../tags/tag188.xml"/><Relationship Id="rId21" Type="http://schemas.openxmlformats.org/officeDocument/2006/relationships/tags" Target="../tags/tag187.xml"/><Relationship Id="rId20" Type="http://schemas.openxmlformats.org/officeDocument/2006/relationships/tags" Target="../tags/tag186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185.xml"/><Relationship Id="rId18" Type="http://schemas.openxmlformats.org/officeDocument/2006/relationships/tags" Target="../tags/tag184.xml"/><Relationship Id="rId17" Type="http://schemas.openxmlformats.org/officeDocument/2006/relationships/tags" Target="../tags/tag183.xml"/><Relationship Id="rId16" Type="http://schemas.openxmlformats.org/officeDocument/2006/relationships/tags" Target="../tags/tag182.xml"/><Relationship Id="rId15" Type="http://schemas.openxmlformats.org/officeDocument/2006/relationships/tags" Target="../tags/tag181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50239" y="390596"/>
            <a:ext cx="11704322" cy="1625601"/>
          </a:xfrm>
          <a:prstGeom prst="rect">
            <a:avLst/>
          </a:prstGeom>
          <a:ln w="3175">
            <a:miter lim="400000"/>
          </a:ln>
        </p:spPr>
        <p:txBody>
          <a:bodyPr lIns="65023" tIns="65023" rIns="65023" bIns="65023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50239" y="2275839"/>
            <a:ext cx="11704322" cy="6436927"/>
          </a:xfrm>
          <a:prstGeom prst="rect">
            <a:avLst/>
          </a:prstGeom>
          <a:ln w="3175">
            <a:miter lim="400000"/>
          </a:ln>
        </p:spPr>
        <p:txBody>
          <a:bodyPr lIns="65023" tIns="65023" rIns="65023" bIns="65023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5834" y="9130186"/>
            <a:ext cx="348727" cy="339202"/>
          </a:xfrm>
          <a:prstGeom prst="rect">
            <a:avLst/>
          </a:prstGeom>
          <a:ln w="3175">
            <a:miter lim="400000"/>
          </a:ln>
        </p:spPr>
        <p:txBody>
          <a:bodyPr wrap="none" lIns="65023" tIns="65023" rIns="65023" bIns="65023" anchor="ctr">
            <a:spAutoFit/>
          </a:bodyPr>
          <a:lstStyle>
            <a:lvl1pPr algn="r">
              <a:defRPr sz="16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ct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471170" marR="0" indent="-471170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906145" marR="0" indent="-448945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–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333500" marR="0" indent="-419100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874520" marR="0" indent="-502920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–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331720" marR="0" indent="-502920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»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788920" marR="0" indent="-502920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246120" marR="0" indent="-502920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703320" marR="0" indent="-502920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160520" marR="0" indent="-502920" algn="l" defTabSz="65024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65024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 userDrawn="1">
            <p:custDataLst>
              <p:tags r:id="rId13"/>
            </p:custDataLst>
          </p:nvPr>
        </p:nvCxnSpPr>
        <p:spPr>
          <a:xfrm>
            <a:off x="11029696" y="8197668"/>
            <a:ext cx="15280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矩形 15"/>
          <p:cNvSpPr/>
          <p:nvPr userDrawn="1">
            <p:custDataLst>
              <p:tags r:id="rId14"/>
            </p:custDataLst>
          </p:nvPr>
        </p:nvSpPr>
        <p:spPr>
          <a:xfrm>
            <a:off x="11438313" y="7586133"/>
            <a:ext cx="574871" cy="9482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920" kern="1200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742357" y="1603200"/>
            <a:ext cx="11520000" cy="76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742357" y="2607732"/>
            <a:ext cx="11520000" cy="519853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742357" y="7999307"/>
            <a:ext cx="2926080" cy="38946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307840" y="7999307"/>
            <a:ext cx="4389120" cy="389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cxnSp>
        <p:nvCxnSpPr>
          <p:cNvPr id="13" name="直接连接符 12"/>
          <p:cNvCxnSpPr/>
          <p:nvPr userDrawn="1">
            <p:custDataLst>
              <p:tags r:id="rId19"/>
            </p:custDataLst>
          </p:nvPr>
        </p:nvCxnSpPr>
        <p:spPr>
          <a:xfrm flipH="1">
            <a:off x="11545147" y="7959344"/>
            <a:ext cx="213360" cy="3677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>
            <p:custDataLst>
              <p:tags r:id="rId20"/>
            </p:custDataLst>
          </p:nvPr>
        </p:nvCxnSpPr>
        <p:spPr>
          <a:xfrm flipH="1">
            <a:off x="11744960" y="7866549"/>
            <a:ext cx="268901" cy="463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21"/>
            </p:custDataLst>
          </p:nvPr>
        </p:nvCxnSpPr>
        <p:spPr>
          <a:xfrm flipV="1">
            <a:off x="12557760" y="7437120"/>
            <a:ext cx="0" cy="758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121920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92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75360" rtl="0" eaLnBrk="1" latinLnBrk="0" hangingPunct="1">
        <a:lnSpc>
          <a:spcPct val="100000"/>
        </a:lnSpc>
        <a:spcBef>
          <a:spcPct val="0"/>
        </a:spcBef>
        <a:buNone/>
        <a:defRPr sz="3415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0" indent="-243840" algn="l" defTabSz="975360" rtl="0" eaLnBrk="1" latinLnBrk="0" hangingPunct="1">
        <a:lnSpc>
          <a:spcPct val="130000"/>
        </a:lnSpc>
        <a:spcBef>
          <a:spcPts val="1065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20345" algn="l" defTabSz="97536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13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2170" indent="-172720" algn="l" defTabSz="97536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92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99185" indent="-159385" algn="l" defTabSz="97536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0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317625" indent="-135255" algn="l" defTabSz="97536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9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682240" indent="-243840" algn="l" defTabSz="975360" rtl="0" eaLnBrk="1" latinLnBrk="0" hangingPunct="1">
        <a:lnSpc>
          <a:spcPct val="90000"/>
        </a:lnSpc>
        <a:spcBef>
          <a:spcPct val="1070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69920" indent="-243840" algn="l" defTabSz="975360" rtl="0" eaLnBrk="1" latinLnBrk="0" hangingPunct="1">
        <a:lnSpc>
          <a:spcPct val="90000"/>
        </a:lnSpc>
        <a:spcBef>
          <a:spcPct val="1070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243840" algn="l" defTabSz="975360" rtl="0" eaLnBrk="1" latinLnBrk="0" hangingPunct="1">
        <a:lnSpc>
          <a:spcPct val="90000"/>
        </a:lnSpc>
        <a:spcBef>
          <a:spcPct val="1070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280" indent="-243840" algn="l" defTabSz="975360" rtl="0" eaLnBrk="1" latinLnBrk="0" hangingPunct="1">
        <a:lnSpc>
          <a:spcPct val="90000"/>
        </a:lnSpc>
        <a:spcBef>
          <a:spcPct val="1070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6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4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0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08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76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440" algn="l" defTabSz="97536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 userDrawn="1">
            <p:custDataLst>
              <p:tags r:id="rId13"/>
            </p:custDataLst>
          </p:nvPr>
        </p:nvCxnSpPr>
        <p:spPr>
          <a:xfrm>
            <a:off x="10746740" y="7990114"/>
            <a:ext cx="14325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矩形 15"/>
          <p:cNvSpPr/>
          <p:nvPr userDrawn="1">
            <p:custDataLst>
              <p:tags r:id="rId14"/>
            </p:custDataLst>
          </p:nvPr>
        </p:nvSpPr>
        <p:spPr>
          <a:xfrm>
            <a:off x="11129818" y="7416800"/>
            <a:ext cx="538942" cy="88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1102360" y="18078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1102360" y="27495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1102360" y="78041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7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445000" y="78041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cxnSp>
        <p:nvCxnSpPr>
          <p:cNvPr id="13" name="直接连接符 12"/>
          <p:cNvCxnSpPr/>
          <p:nvPr userDrawn="1">
            <p:custDataLst>
              <p:tags r:id="rId19"/>
            </p:custDataLst>
          </p:nvPr>
        </p:nvCxnSpPr>
        <p:spPr>
          <a:xfrm flipH="1">
            <a:off x="11229975" y="7766685"/>
            <a:ext cx="200025" cy="3448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>
            <p:custDataLst>
              <p:tags r:id="rId20"/>
            </p:custDataLst>
          </p:nvPr>
        </p:nvCxnSpPr>
        <p:spPr>
          <a:xfrm flipH="1">
            <a:off x="11417300" y="7679690"/>
            <a:ext cx="252095" cy="4349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21"/>
            </p:custDataLst>
          </p:nvPr>
        </p:nvCxnSpPr>
        <p:spPr>
          <a:xfrm flipV="1">
            <a:off x="12179300" y="7277100"/>
            <a:ext cx="0" cy="711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406400" y="144780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1300480" rtl="0" eaLnBrk="1" latinLnBrk="0" hangingPunct="1">
        <a:lnSpc>
          <a:spcPct val="100000"/>
        </a:lnSpc>
        <a:spcBef>
          <a:spcPct val="0"/>
        </a:spcBef>
        <a:buNone/>
        <a:defRPr sz="4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20" indent="-325120" algn="l" defTabSz="1300480" rtl="0" eaLnBrk="1" latinLnBrk="0" hangingPunct="1">
        <a:lnSpc>
          <a:spcPct val="130000"/>
        </a:lnSpc>
        <a:spcBef>
          <a:spcPct val="285000"/>
        </a:spcBef>
        <a:buFont typeface="Arial" panose="020B0604020202020204" pitchFamily="34" charset="0"/>
        <a:buChar char="•"/>
        <a:defRPr sz="3415" kern="1200">
          <a:solidFill>
            <a:schemeClr val="tx1"/>
          </a:solidFill>
          <a:latin typeface="+mn-lt"/>
          <a:ea typeface="+mn-ea"/>
          <a:cs typeface="+mn-cs"/>
        </a:defRPr>
      </a:lvl1pPr>
      <a:lvl2pPr marL="765810" indent="-293370" algn="l" defTabSz="130048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84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36015" indent="-230505" algn="l" defTabSz="130048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56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465580" indent="-212090" algn="l" defTabSz="130048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27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56410" indent="-180340" algn="l" defTabSz="130048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9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357632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56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80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704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3" Type="http://schemas.openxmlformats.org/officeDocument/2006/relationships/slideLayout" Target="../slideLayouts/slideLayout2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06.xml"/><Relationship Id="rId2" Type="http://schemas.openxmlformats.org/officeDocument/2006/relationships/image" Target="../media/image5.png"/><Relationship Id="rId1" Type="http://schemas.openxmlformats.org/officeDocument/2006/relationships/tags" Target="../tags/tag205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7.xml"/><Relationship Id="rId5" Type="http://schemas.openxmlformats.org/officeDocument/2006/relationships/tags" Target="../tags/tag208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20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image" Target="../media/image9.png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7.xml"/><Relationship Id="rId20" Type="http://schemas.openxmlformats.org/officeDocument/2006/relationships/tags" Target="../tags/tag221.xml"/><Relationship Id="rId2" Type="http://schemas.openxmlformats.org/officeDocument/2006/relationships/tags" Target="../tags/tag210.xml"/><Relationship Id="rId19" Type="http://schemas.openxmlformats.org/officeDocument/2006/relationships/tags" Target="../tags/tag220.xml"/><Relationship Id="rId18" Type="http://schemas.openxmlformats.org/officeDocument/2006/relationships/image" Target="../media/image15.svg"/><Relationship Id="rId17" Type="http://schemas.openxmlformats.org/officeDocument/2006/relationships/image" Target="../media/image14.png"/><Relationship Id="rId16" Type="http://schemas.openxmlformats.org/officeDocument/2006/relationships/tags" Target="../tags/tag219.xml"/><Relationship Id="rId15" Type="http://schemas.openxmlformats.org/officeDocument/2006/relationships/image" Target="../media/image13.svg"/><Relationship Id="rId14" Type="http://schemas.openxmlformats.org/officeDocument/2006/relationships/image" Target="../media/image12.png"/><Relationship Id="rId13" Type="http://schemas.openxmlformats.org/officeDocument/2006/relationships/tags" Target="../tags/tag218.xml"/><Relationship Id="rId12" Type="http://schemas.openxmlformats.org/officeDocument/2006/relationships/tags" Target="../tags/tag21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tags" Target="../tags/tag209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2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22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5.xml"/><Relationship Id="rId2" Type="http://schemas.openxmlformats.org/officeDocument/2006/relationships/image" Target="../media/image18.png"/><Relationship Id="rId1" Type="http://schemas.openxmlformats.org/officeDocument/2006/relationships/tags" Target="../tags/tag22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846320" y="3148330"/>
            <a:ext cx="5821045" cy="1844040"/>
          </a:xfrm>
        </p:spPr>
        <p:txBody>
          <a:bodyPr>
            <a:normAutofit/>
          </a:bodyPr>
          <a:lstStyle/>
          <a:p>
            <a:r>
              <a:rPr lang="zh-CN" altLang="en-US" sz="5335" dirty="0">
                <a:sym typeface="+mn-ea"/>
              </a:rPr>
              <a:t>Company Layoff Risk Prediction</a:t>
            </a:r>
            <a:endParaRPr lang="zh-CN" altLang="en-US" sz="5335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865445" y="5380221"/>
            <a:ext cx="5099958" cy="768644"/>
          </a:xfrm>
        </p:spPr>
        <p:txBody>
          <a:bodyPr>
            <a:normAutofit fontScale="60000"/>
          </a:bodyPr>
          <a:lstStyle/>
          <a:p>
            <a:r>
              <a:rPr>
                <a:solidFill>
                  <a:schemeClr val="tx1"/>
                </a:solidFill>
                <a:sym typeface="+mn-ea"/>
              </a:rPr>
              <a:t>INFO 6105 Final Project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5638797" y="6172916"/>
            <a:ext cx="2880000" cy="504000"/>
          </a:xfrm>
        </p:spPr>
        <p:txBody>
          <a:bodyPr>
            <a:normAutofit fontScale="70000"/>
          </a:bodyPr>
          <a:lstStyle/>
          <a:p>
            <a:r>
              <a:rPr>
                <a:solidFill>
                  <a:schemeClr val="tx1"/>
                </a:solidFill>
                <a:sym typeface="+mn-ea"/>
              </a:rPr>
              <a:t>Yuwei Ni &amp; Ruixuan Xu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序号"/>
          <p:cNvSpPr txBox="1"/>
          <p:nvPr>
            <p:custDataLst>
              <p:tags r:id="rId1"/>
            </p:custDataLst>
          </p:nvPr>
        </p:nvSpPr>
        <p:spPr>
          <a:xfrm>
            <a:off x="6861175" y="2067560"/>
            <a:ext cx="669290" cy="57594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0" tIns="36195" rIns="0" bIns="0" rtlCol="0" anchor="ctr" anchorCtr="0">
            <a:noAutofit/>
          </a:bodyPr>
          <a:lstStyle/>
          <a:p>
            <a:pPr lvl="0" algn="ctr" defTabSz="91440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 kern="1200" dirty="0">
                <a:solidFill>
                  <a:schemeClr val="tx1"/>
                </a:solidFill>
                <a:latin typeface="+mn-ea"/>
                <a:sym typeface="+mn-ea"/>
              </a:rPr>
              <a:t>01</a:t>
            </a:r>
            <a:endParaRPr lang="en-US" sz="2800" b="1" kern="12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2"/>
            </p:custDataLst>
          </p:nvPr>
        </p:nvSpPr>
        <p:spPr>
          <a:xfrm>
            <a:off x="8086725" y="1995805"/>
            <a:ext cx="4140200" cy="7200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9144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200" spc="300" dirty="0">
                <a:solidFill>
                  <a:schemeClr val="tx1"/>
                </a:solidFill>
                <a:latin typeface="+mn-ea"/>
                <a:sym typeface="+mn-ea"/>
              </a:rPr>
              <a:t>Problem</a:t>
            </a:r>
            <a:endParaRPr lang="en-US" altLang="zh-CN" sz="3200" b="1" kern="1200" spc="3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19" name="序号"/>
          <p:cNvSpPr txBox="1"/>
          <p:nvPr>
            <p:custDataLst>
              <p:tags r:id="rId3"/>
            </p:custDataLst>
          </p:nvPr>
        </p:nvSpPr>
        <p:spPr>
          <a:xfrm>
            <a:off x="6861175" y="3273425"/>
            <a:ext cx="669290" cy="57594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0" tIns="36195" rIns="0" bIns="0" rtlCol="0" anchor="ctr" anchorCtr="0">
            <a:noAutofit/>
          </a:bodyPr>
          <a:lstStyle/>
          <a:p>
            <a:pPr lvl="0" algn="ctr" defTabSz="91440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 kern="1200" dirty="0">
                <a:solidFill>
                  <a:schemeClr val="tx1"/>
                </a:solidFill>
                <a:latin typeface="+mn-ea"/>
                <a:sym typeface="+mn-ea"/>
              </a:rPr>
              <a:t>02</a:t>
            </a:r>
            <a:endParaRPr lang="en-US" sz="2800" b="1" kern="12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0" name="项标题"/>
          <p:cNvSpPr txBox="1"/>
          <p:nvPr>
            <p:custDataLst>
              <p:tags r:id="rId4"/>
            </p:custDataLst>
          </p:nvPr>
        </p:nvSpPr>
        <p:spPr>
          <a:xfrm>
            <a:off x="8086725" y="3201035"/>
            <a:ext cx="4140200" cy="7200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9144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200" spc="300" dirty="0">
                <a:solidFill>
                  <a:schemeClr val="tx1"/>
                </a:solidFill>
                <a:latin typeface="+mn-ea"/>
                <a:sym typeface="+mn-ea"/>
              </a:rPr>
              <a:t>Solution</a:t>
            </a:r>
            <a:endParaRPr lang="en-US" altLang="zh-CN" sz="3200" b="1" kern="1200" spc="3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1" name="序号"/>
          <p:cNvSpPr txBox="1"/>
          <p:nvPr>
            <p:custDataLst>
              <p:tags r:id="rId5"/>
            </p:custDataLst>
          </p:nvPr>
        </p:nvSpPr>
        <p:spPr>
          <a:xfrm>
            <a:off x="6861175" y="4478655"/>
            <a:ext cx="669290" cy="57594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0" tIns="36195" rIns="0" bIns="0" rtlCol="0" anchor="ctr" anchorCtr="0">
            <a:noAutofit/>
          </a:bodyPr>
          <a:lstStyle/>
          <a:p>
            <a:pPr lvl="0" algn="ctr" defTabSz="91440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 kern="1200" dirty="0">
                <a:solidFill>
                  <a:schemeClr val="tx1"/>
                </a:solidFill>
                <a:latin typeface="+mn-ea"/>
                <a:sym typeface="+mn-ea"/>
              </a:rPr>
              <a:t>03</a:t>
            </a:r>
            <a:endParaRPr lang="en-US" sz="2800" b="1" kern="12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2" name="项标题"/>
          <p:cNvSpPr txBox="1"/>
          <p:nvPr>
            <p:custDataLst>
              <p:tags r:id="rId6"/>
            </p:custDataLst>
          </p:nvPr>
        </p:nvSpPr>
        <p:spPr>
          <a:xfrm>
            <a:off x="8086725" y="4406900"/>
            <a:ext cx="4140200" cy="7200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9144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200" spc="300" dirty="0">
                <a:solidFill>
                  <a:schemeClr val="tx1"/>
                </a:solidFill>
                <a:latin typeface="+mn-ea"/>
                <a:sym typeface="+mn-ea"/>
              </a:rPr>
              <a:t>Training</a:t>
            </a:r>
            <a:endParaRPr lang="en-US" altLang="zh-CN" sz="3200" b="1" kern="1200" spc="300" dirty="0">
              <a:solidFill>
                <a:schemeClr val="tx1"/>
              </a:solidFill>
              <a:latin typeface="+mn-ea"/>
              <a:sym typeface="+mn-ea"/>
            </a:endParaRPr>
          </a:p>
          <a:p>
            <a:pPr defTabSz="9144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200" spc="300" dirty="0">
                <a:solidFill>
                  <a:schemeClr val="tx1"/>
                </a:solidFill>
                <a:latin typeface="+mn-ea"/>
                <a:sym typeface="+mn-ea"/>
              </a:rPr>
              <a:t>&amp;Results</a:t>
            </a:r>
            <a:endParaRPr lang="en-US" altLang="zh-CN" sz="3200" b="1" kern="1200" spc="3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3" name="序号"/>
          <p:cNvSpPr txBox="1"/>
          <p:nvPr>
            <p:custDataLst>
              <p:tags r:id="rId7"/>
            </p:custDataLst>
          </p:nvPr>
        </p:nvSpPr>
        <p:spPr>
          <a:xfrm>
            <a:off x="6861175" y="5683885"/>
            <a:ext cx="669290" cy="57594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0" tIns="36195" rIns="0" bIns="0" rtlCol="0" anchor="ctr" anchorCtr="0">
            <a:noAutofit/>
          </a:bodyPr>
          <a:lstStyle/>
          <a:p>
            <a:pPr lvl="0" algn="ctr" defTabSz="91440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 kern="1200" dirty="0">
                <a:solidFill>
                  <a:schemeClr val="tx1"/>
                </a:solidFill>
                <a:latin typeface="+mn-ea"/>
                <a:sym typeface="+mn-ea"/>
              </a:rPr>
              <a:t>04</a:t>
            </a:r>
            <a:endParaRPr lang="en-US" sz="2800" b="1" kern="12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4" name="项标题"/>
          <p:cNvSpPr txBox="1"/>
          <p:nvPr>
            <p:custDataLst>
              <p:tags r:id="rId8"/>
            </p:custDataLst>
          </p:nvPr>
        </p:nvSpPr>
        <p:spPr>
          <a:xfrm>
            <a:off x="8086725" y="5612130"/>
            <a:ext cx="4140200" cy="7200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9144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200" spc="300" dirty="0">
                <a:solidFill>
                  <a:schemeClr val="tx1"/>
                </a:solidFill>
                <a:latin typeface="+mn-ea"/>
                <a:sym typeface="+mn-ea"/>
              </a:rPr>
              <a:t>Demonstrate</a:t>
            </a:r>
            <a:endParaRPr lang="en-US" altLang="zh-CN" sz="3200" b="1" kern="1200" spc="3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" name="任意多边形 1"/>
          <p:cNvSpPr/>
          <p:nvPr>
            <p:custDataLst>
              <p:tags r:id="rId9"/>
            </p:custDataLst>
          </p:nvPr>
        </p:nvSpPr>
        <p:spPr>
          <a:xfrm>
            <a:off x="2214245" y="4726305"/>
            <a:ext cx="2842260" cy="4292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65" h="434">
                <a:moveTo>
                  <a:pt x="627" y="78"/>
                </a:moveTo>
                <a:cubicBezTo>
                  <a:pt x="592" y="78"/>
                  <a:pt x="564" y="91"/>
                  <a:pt x="544" y="117"/>
                </a:cubicBezTo>
                <a:cubicBezTo>
                  <a:pt x="524" y="143"/>
                  <a:pt x="514" y="176"/>
                  <a:pt x="514" y="218"/>
                </a:cubicBezTo>
                <a:cubicBezTo>
                  <a:pt x="514" y="258"/>
                  <a:pt x="524" y="292"/>
                  <a:pt x="544" y="318"/>
                </a:cubicBezTo>
                <a:cubicBezTo>
                  <a:pt x="563" y="344"/>
                  <a:pt x="590" y="357"/>
                  <a:pt x="625" y="357"/>
                </a:cubicBezTo>
                <a:cubicBezTo>
                  <a:pt x="660" y="357"/>
                  <a:pt x="687" y="344"/>
                  <a:pt x="706" y="319"/>
                </a:cubicBezTo>
                <a:cubicBezTo>
                  <a:pt x="726" y="295"/>
                  <a:pt x="736" y="261"/>
                  <a:pt x="736" y="219"/>
                </a:cubicBezTo>
                <a:cubicBezTo>
                  <a:pt x="736" y="176"/>
                  <a:pt x="726" y="141"/>
                  <a:pt x="707" y="116"/>
                </a:cubicBezTo>
                <a:cubicBezTo>
                  <a:pt x="688" y="90"/>
                  <a:pt x="662" y="78"/>
                  <a:pt x="627" y="78"/>
                </a:cubicBezTo>
                <a:close/>
                <a:moveTo>
                  <a:pt x="2672" y="7"/>
                </a:moveTo>
                <a:lnTo>
                  <a:pt x="3001" y="7"/>
                </a:lnTo>
                <a:lnTo>
                  <a:pt x="3001" y="80"/>
                </a:lnTo>
                <a:lnTo>
                  <a:pt x="2881" y="80"/>
                </a:lnTo>
                <a:lnTo>
                  <a:pt x="2881" y="427"/>
                </a:lnTo>
                <a:lnTo>
                  <a:pt x="2792" y="427"/>
                </a:lnTo>
                <a:lnTo>
                  <a:pt x="2792" y="80"/>
                </a:lnTo>
                <a:lnTo>
                  <a:pt x="2672" y="80"/>
                </a:lnTo>
                <a:lnTo>
                  <a:pt x="2672" y="7"/>
                </a:lnTo>
                <a:close/>
                <a:moveTo>
                  <a:pt x="2201" y="7"/>
                </a:moveTo>
                <a:lnTo>
                  <a:pt x="2299" y="7"/>
                </a:lnTo>
                <a:lnTo>
                  <a:pt x="2470" y="271"/>
                </a:lnTo>
                <a:cubicBezTo>
                  <a:pt x="2481" y="289"/>
                  <a:pt x="2488" y="300"/>
                  <a:pt x="2491" y="304"/>
                </a:cubicBezTo>
                <a:lnTo>
                  <a:pt x="2492" y="304"/>
                </a:lnTo>
                <a:cubicBezTo>
                  <a:pt x="2491" y="294"/>
                  <a:pt x="2490" y="275"/>
                  <a:pt x="2490" y="246"/>
                </a:cubicBezTo>
                <a:lnTo>
                  <a:pt x="2490" y="7"/>
                </a:lnTo>
                <a:lnTo>
                  <a:pt x="2574" y="7"/>
                </a:lnTo>
                <a:lnTo>
                  <a:pt x="2574" y="427"/>
                </a:lnTo>
                <a:lnTo>
                  <a:pt x="2483" y="427"/>
                </a:lnTo>
                <a:lnTo>
                  <a:pt x="2305" y="155"/>
                </a:lnTo>
                <a:cubicBezTo>
                  <a:pt x="2296" y="141"/>
                  <a:pt x="2289" y="130"/>
                  <a:pt x="2285" y="121"/>
                </a:cubicBezTo>
                <a:lnTo>
                  <a:pt x="2284" y="121"/>
                </a:lnTo>
                <a:cubicBezTo>
                  <a:pt x="2285" y="136"/>
                  <a:pt x="2286" y="158"/>
                  <a:pt x="2286" y="188"/>
                </a:cubicBezTo>
                <a:lnTo>
                  <a:pt x="2286" y="427"/>
                </a:lnTo>
                <a:lnTo>
                  <a:pt x="2201" y="427"/>
                </a:lnTo>
                <a:lnTo>
                  <a:pt x="2201" y="7"/>
                </a:lnTo>
                <a:close/>
                <a:moveTo>
                  <a:pt x="1841" y="7"/>
                </a:moveTo>
                <a:lnTo>
                  <a:pt x="2080" y="7"/>
                </a:lnTo>
                <a:lnTo>
                  <a:pt x="2080" y="80"/>
                </a:lnTo>
                <a:lnTo>
                  <a:pt x="1931" y="80"/>
                </a:lnTo>
                <a:lnTo>
                  <a:pt x="1931" y="179"/>
                </a:lnTo>
                <a:lnTo>
                  <a:pt x="2069" y="179"/>
                </a:lnTo>
                <a:lnTo>
                  <a:pt x="2069" y="252"/>
                </a:lnTo>
                <a:lnTo>
                  <a:pt x="1931" y="252"/>
                </a:lnTo>
                <a:lnTo>
                  <a:pt x="1931" y="354"/>
                </a:lnTo>
                <a:lnTo>
                  <a:pt x="2090" y="354"/>
                </a:lnTo>
                <a:lnTo>
                  <a:pt x="2090" y="427"/>
                </a:lnTo>
                <a:lnTo>
                  <a:pt x="1841" y="427"/>
                </a:lnTo>
                <a:lnTo>
                  <a:pt x="1841" y="7"/>
                </a:lnTo>
                <a:close/>
                <a:moveTo>
                  <a:pt x="1412" y="7"/>
                </a:moveTo>
                <a:lnTo>
                  <a:pt x="1741" y="7"/>
                </a:lnTo>
                <a:lnTo>
                  <a:pt x="1741" y="80"/>
                </a:lnTo>
                <a:lnTo>
                  <a:pt x="1621" y="80"/>
                </a:lnTo>
                <a:lnTo>
                  <a:pt x="1621" y="427"/>
                </a:lnTo>
                <a:lnTo>
                  <a:pt x="1532" y="427"/>
                </a:lnTo>
                <a:lnTo>
                  <a:pt x="1532" y="80"/>
                </a:lnTo>
                <a:lnTo>
                  <a:pt x="1412" y="80"/>
                </a:lnTo>
                <a:lnTo>
                  <a:pt x="1412" y="7"/>
                </a:lnTo>
                <a:close/>
                <a:moveTo>
                  <a:pt x="941" y="7"/>
                </a:moveTo>
                <a:lnTo>
                  <a:pt x="1039" y="7"/>
                </a:lnTo>
                <a:lnTo>
                  <a:pt x="1210" y="271"/>
                </a:lnTo>
                <a:cubicBezTo>
                  <a:pt x="1221" y="289"/>
                  <a:pt x="1228" y="300"/>
                  <a:pt x="1231" y="304"/>
                </a:cubicBezTo>
                <a:lnTo>
                  <a:pt x="1232" y="304"/>
                </a:lnTo>
                <a:cubicBezTo>
                  <a:pt x="1231" y="294"/>
                  <a:pt x="1230" y="275"/>
                  <a:pt x="1230" y="246"/>
                </a:cubicBezTo>
                <a:lnTo>
                  <a:pt x="1230" y="7"/>
                </a:lnTo>
                <a:lnTo>
                  <a:pt x="1314" y="7"/>
                </a:lnTo>
                <a:lnTo>
                  <a:pt x="1314" y="427"/>
                </a:lnTo>
                <a:lnTo>
                  <a:pt x="1223" y="427"/>
                </a:lnTo>
                <a:lnTo>
                  <a:pt x="1045" y="155"/>
                </a:lnTo>
                <a:cubicBezTo>
                  <a:pt x="1036" y="141"/>
                  <a:pt x="1029" y="130"/>
                  <a:pt x="1025" y="121"/>
                </a:cubicBezTo>
                <a:lnTo>
                  <a:pt x="1024" y="121"/>
                </a:lnTo>
                <a:cubicBezTo>
                  <a:pt x="1025" y="136"/>
                  <a:pt x="1026" y="158"/>
                  <a:pt x="1026" y="188"/>
                </a:cubicBezTo>
                <a:lnTo>
                  <a:pt x="1026" y="427"/>
                </a:lnTo>
                <a:lnTo>
                  <a:pt x="941" y="427"/>
                </a:lnTo>
                <a:lnTo>
                  <a:pt x="941" y="7"/>
                </a:lnTo>
                <a:close/>
                <a:moveTo>
                  <a:pt x="3243" y="0"/>
                </a:moveTo>
                <a:cubicBezTo>
                  <a:pt x="3284" y="0"/>
                  <a:pt x="3318" y="5"/>
                  <a:pt x="3346" y="16"/>
                </a:cubicBezTo>
                <a:lnTo>
                  <a:pt x="3346" y="100"/>
                </a:lnTo>
                <a:cubicBezTo>
                  <a:pt x="3318" y="81"/>
                  <a:pt x="3285" y="71"/>
                  <a:pt x="3247" y="71"/>
                </a:cubicBezTo>
                <a:cubicBezTo>
                  <a:pt x="3225" y="71"/>
                  <a:pt x="3208" y="75"/>
                  <a:pt x="3195" y="83"/>
                </a:cubicBezTo>
                <a:cubicBezTo>
                  <a:pt x="3181" y="91"/>
                  <a:pt x="3175" y="102"/>
                  <a:pt x="3175" y="116"/>
                </a:cubicBezTo>
                <a:cubicBezTo>
                  <a:pt x="3175" y="127"/>
                  <a:pt x="3179" y="137"/>
                  <a:pt x="3188" y="146"/>
                </a:cubicBezTo>
                <a:cubicBezTo>
                  <a:pt x="3197" y="155"/>
                  <a:pt x="3220" y="167"/>
                  <a:pt x="3255" y="183"/>
                </a:cubicBezTo>
                <a:cubicBezTo>
                  <a:pt x="3297" y="201"/>
                  <a:pt x="3326" y="219"/>
                  <a:pt x="3341" y="239"/>
                </a:cubicBezTo>
                <a:cubicBezTo>
                  <a:pt x="3357" y="259"/>
                  <a:pt x="3365" y="283"/>
                  <a:pt x="3365" y="310"/>
                </a:cubicBezTo>
                <a:cubicBezTo>
                  <a:pt x="3365" y="351"/>
                  <a:pt x="3350" y="381"/>
                  <a:pt x="3322" y="402"/>
                </a:cubicBezTo>
                <a:cubicBezTo>
                  <a:pt x="3293" y="424"/>
                  <a:pt x="3253" y="434"/>
                  <a:pt x="3200" y="434"/>
                </a:cubicBezTo>
                <a:cubicBezTo>
                  <a:pt x="3152" y="434"/>
                  <a:pt x="3113" y="426"/>
                  <a:pt x="3082" y="411"/>
                </a:cubicBezTo>
                <a:lnTo>
                  <a:pt x="3082" y="321"/>
                </a:lnTo>
                <a:cubicBezTo>
                  <a:pt x="3116" y="349"/>
                  <a:pt x="3154" y="363"/>
                  <a:pt x="3197" y="363"/>
                </a:cubicBezTo>
                <a:cubicBezTo>
                  <a:pt x="3222" y="363"/>
                  <a:pt x="3240" y="359"/>
                  <a:pt x="3252" y="351"/>
                </a:cubicBezTo>
                <a:cubicBezTo>
                  <a:pt x="3265" y="342"/>
                  <a:pt x="3271" y="331"/>
                  <a:pt x="3271" y="318"/>
                </a:cubicBezTo>
                <a:cubicBezTo>
                  <a:pt x="3271" y="307"/>
                  <a:pt x="3266" y="296"/>
                  <a:pt x="3256" y="286"/>
                </a:cubicBezTo>
                <a:cubicBezTo>
                  <a:pt x="3246" y="276"/>
                  <a:pt x="3221" y="262"/>
                  <a:pt x="3179" y="245"/>
                </a:cubicBezTo>
                <a:cubicBezTo>
                  <a:pt x="3113" y="217"/>
                  <a:pt x="3080" y="176"/>
                  <a:pt x="3080" y="123"/>
                </a:cubicBezTo>
                <a:cubicBezTo>
                  <a:pt x="3080" y="84"/>
                  <a:pt x="3095" y="54"/>
                  <a:pt x="3125" y="32"/>
                </a:cubicBezTo>
                <a:cubicBezTo>
                  <a:pt x="3155" y="11"/>
                  <a:pt x="3194" y="0"/>
                  <a:pt x="3243" y="0"/>
                </a:cubicBezTo>
                <a:close/>
                <a:moveTo>
                  <a:pt x="630" y="0"/>
                </a:moveTo>
                <a:cubicBezTo>
                  <a:pt x="690" y="0"/>
                  <a:pt x="738" y="20"/>
                  <a:pt x="775" y="60"/>
                </a:cubicBezTo>
                <a:cubicBezTo>
                  <a:pt x="811" y="100"/>
                  <a:pt x="829" y="151"/>
                  <a:pt x="829" y="214"/>
                </a:cubicBezTo>
                <a:cubicBezTo>
                  <a:pt x="829" y="279"/>
                  <a:pt x="810" y="332"/>
                  <a:pt x="772" y="373"/>
                </a:cubicBezTo>
                <a:cubicBezTo>
                  <a:pt x="734" y="414"/>
                  <a:pt x="685" y="434"/>
                  <a:pt x="623" y="434"/>
                </a:cubicBezTo>
                <a:cubicBezTo>
                  <a:pt x="563" y="434"/>
                  <a:pt x="514" y="414"/>
                  <a:pt x="476" y="375"/>
                </a:cubicBezTo>
                <a:cubicBezTo>
                  <a:pt x="439" y="335"/>
                  <a:pt x="420" y="285"/>
                  <a:pt x="420" y="222"/>
                </a:cubicBezTo>
                <a:cubicBezTo>
                  <a:pt x="420" y="157"/>
                  <a:pt x="439" y="103"/>
                  <a:pt x="478" y="62"/>
                </a:cubicBezTo>
                <a:cubicBezTo>
                  <a:pt x="516" y="21"/>
                  <a:pt x="567" y="0"/>
                  <a:pt x="630" y="0"/>
                </a:cubicBezTo>
                <a:close/>
                <a:moveTo>
                  <a:pt x="223" y="0"/>
                </a:moveTo>
                <a:cubicBezTo>
                  <a:pt x="264" y="0"/>
                  <a:pt x="298" y="5"/>
                  <a:pt x="326" y="16"/>
                </a:cubicBezTo>
                <a:lnTo>
                  <a:pt x="326" y="102"/>
                </a:lnTo>
                <a:cubicBezTo>
                  <a:pt x="297" y="86"/>
                  <a:pt x="265" y="78"/>
                  <a:pt x="229" y="78"/>
                </a:cubicBezTo>
                <a:cubicBezTo>
                  <a:pt x="188" y="78"/>
                  <a:pt x="155" y="91"/>
                  <a:pt x="131" y="117"/>
                </a:cubicBezTo>
                <a:cubicBezTo>
                  <a:pt x="106" y="143"/>
                  <a:pt x="94" y="177"/>
                  <a:pt x="94" y="220"/>
                </a:cubicBezTo>
                <a:cubicBezTo>
                  <a:pt x="94" y="261"/>
                  <a:pt x="106" y="294"/>
                  <a:pt x="129" y="319"/>
                </a:cubicBezTo>
                <a:cubicBezTo>
                  <a:pt x="152" y="344"/>
                  <a:pt x="184" y="357"/>
                  <a:pt x="224" y="357"/>
                </a:cubicBezTo>
                <a:cubicBezTo>
                  <a:pt x="261" y="357"/>
                  <a:pt x="295" y="348"/>
                  <a:pt x="326" y="330"/>
                </a:cubicBezTo>
                <a:lnTo>
                  <a:pt x="326" y="412"/>
                </a:lnTo>
                <a:cubicBezTo>
                  <a:pt x="295" y="427"/>
                  <a:pt x="255" y="434"/>
                  <a:pt x="206" y="434"/>
                </a:cubicBezTo>
                <a:cubicBezTo>
                  <a:pt x="143" y="434"/>
                  <a:pt x="93" y="415"/>
                  <a:pt x="56" y="377"/>
                </a:cubicBezTo>
                <a:cubicBezTo>
                  <a:pt x="19" y="340"/>
                  <a:pt x="0" y="289"/>
                  <a:pt x="0" y="226"/>
                </a:cubicBezTo>
                <a:cubicBezTo>
                  <a:pt x="0" y="160"/>
                  <a:pt x="21" y="105"/>
                  <a:pt x="62" y="63"/>
                </a:cubicBezTo>
                <a:cubicBezTo>
                  <a:pt x="104" y="21"/>
                  <a:pt x="157" y="0"/>
                  <a:pt x="2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defTabSz="914400" hangingPunct="1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3" name="序号"/>
          <p:cNvSpPr txBox="1"/>
          <p:nvPr>
            <p:custDataLst>
              <p:tags r:id="rId10"/>
            </p:custDataLst>
          </p:nvPr>
        </p:nvSpPr>
        <p:spPr>
          <a:xfrm>
            <a:off x="6874510" y="6863715"/>
            <a:ext cx="669290" cy="57594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0" tIns="36195" rIns="0" bIns="0" rtlCol="0" anchor="ctr" anchorCtr="0">
            <a:noAutofit/>
          </a:bodyPr>
          <a:lstStyle/>
          <a:p>
            <a:pPr lvl="0" algn="ctr" defTabSz="91440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 kern="1200" dirty="0">
                <a:solidFill>
                  <a:schemeClr val="tx1"/>
                </a:solidFill>
                <a:latin typeface="+mn-ea"/>
                <a:sym typeface="+mn-ea"/>
              </a:rPr>
              <a:t>05</a:t>
            </a:r>
            <a:endParaRPr lang="en-US" sz="2800" b="1" kern="12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11"/>
            </p:custDataLst>
          </p:nvPr>
        </p:nvSpPr>
        <p:spPr>
          <a:xfrm>
            <a:off x="8086725" y="6791960"/>
            <a:ext cx="4140200" cy="7200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9144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200" spc="300" dirty="0">
                <a:solidFill>
                  <a:schemeClr val="tx1"/>
                </a:solidFill>
                <a:latin typeface="+mn-ea"/>
                <a:sym typeface="+mn-ea"/>
              </a:rPr>
              <a:t>Conclusion</a:t>
            </a:r>
            <a:endParaRPr lang="en-US" altLang="zh-CN" sz="3200" b="1" kern="1200" spc="3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title"/>
          </p:nvPr>
        </p:nvSpPr>
        <p:spPr>
          <a:xfrm>
            <a:off x="742315" y="916260"/>
            <a:ext cx="10800000" cy="720000"/>
          </a:xfrm>
          <a:prstGeom prst="rect">
            <a:avLst/>
          </a:prstGeom>
        </p:spPr>
        <p:txBody>
          <a:bodyPr/>
          <a:lstStyle/>
          <a:p>
            <a:r>
              <a:rPr sz="3600"/>
              <a:t>Problem Definition</a:t>
            </a:r>
            <a:endParaRPr sz="3600"/>
          </a:p>
        </p:txBody>
      </p:sp>
      <p:sp>
        <p:nvSpPr>
          <p:cNvPr id="95" name="Content Placeholder 2"/>
          <p:cNvSpPr txBox="1"/>
          <p:nvPr>
            <p:ph type="body" idx="1"/>
          </p:nvPr>
        </p:nvSpPr>
        <p:spPr>
          <a:xfrm>
            <a:off x="650240" y="2275840"/>
            <a:ext cx="11371580" cy="5698490"/>
          </a:xfrm>
          <a:prstGeom prst="rect">
            <a:avLst/>
          </a:prstGeom>
        </p:spPr>
        <p:txBody>
          <a:bodyPr>
            <a:normAutofit lnSpcReduction="20000"/>
          </a:bodyPr>
          <a:lstStyle/>
          <a:p>
            <a:r>
              <a:t>Layoff risk prediction: what it means</a:t>
            </a:r>
          </a:p>
          <a:p>
            <a:r>
              <a:t>Why it matters: early instability detection</a:t>
            </a:r>
          </a:p>
          <a:p>
            <a:r>
              <a:t>Goal: identify high‑risk companies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541760" y="432435"/>
            <a:ext cx="1183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Ruixuan X</a:t>
            </a:r>
            <a:r>
              <a:rPr lang="en-US" altLang="zh-CN" sz="1400"/>
              <a:t>u</a:t>
            </a:r>
            <a:endParaRPr lang="en-US" altLang="zh-CN" sz="140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xfrm>
            <a:off x="742315" y="916260"/>
            <a:ext cx="10800000" cy="720000"/>
          </a:xfrm>
          <a:prstGeom prst="rect">
            <a:avLst/>
          </a:prstGeom>
        </p:spPr>
        <p:txBody>
          <a:bodyPr/>
          <a:lstStyle/>
          <a:p>
            <a:r>
              <a:rPr sz="3600"/>
              <a:t>Dataset </a:t>
            </a:r>
            <a:r>
              <a:rPr sz="3600"/>
              <a:t>Overview</a:t>
            </a:r>
            <a:endParaRPr sz="3600"/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650240" y="2275840"/>
            <a:ext cx="11704320" cy="5697855"/>
          </a:xfrm>
          <a:prstGeom prst="rect">
            <a:avLst/>
          </a:prstGeom>
        </p:spPr>
        <p:txBody>
          <a:bodyPr>
            <a:normAutofit fontScale="80000"/>
          </a:bodyPr>
          <a:lstStyle/>
          <a:p>
            <a:r>
              <a:t>Source: Kaggle Layoff Dataset</a:t>
            </a:r>
          </a:p>
          <a:p>
            <a:r>
              <a:t>1,210+ companies, across 30+ countries</a:t>
            </a:r>
          </a:p>
          <a:p>
            <a:r>
              <a:t>Each row represents a single layoff event</a:t>
            </a:r>
          </a:p>
          <a:p>
            <a:r>
              <a:t>Columns: industry, location, layoffs, %, funding, stage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87175" y="432435"/>
            <a:ext cx="11658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Ruixuan Xu</a:t>
            </a:r>
            <a:endParaRPr lang="en-US" altLang="zh-CN" sz="140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xfrm>
            <a:off x="742315" y="843870"/>
            <a:ext cx="10800000" cy="720000"/>
          </a:xfrm>
          <a:prstGeom prst="rect">
            <a:avLst/>
          </a:prstGeom>
        </p:spPr>
        <p:txBody>
          <a:bodyPr/>
          <a:lstStyle/>
          <a:p>
            <a:r>
              <a:rPr sz="3600"/>
              <a:t>Event-Level → Company-Level</a:t>
            </a:r>
            <a:endParaRPr sz="3600"/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650240" y="2275840"/>
            <a:ext cx="11704320" cy="5719445"/>
          </a:xfrm>
          <a:prstGeom prst="rect">
            <a:avLst/>
          </a:prstGeom>
        </p:spPr>
        <p:txBody>
          <a:bodyPr>
            <a:normAutofit fontScale="80000"/>
          </a:bodyPr>
          <a:lstStyle/>
          <a:p>
            <a:r>
              <a:t>Raw dataset records individual events</a:t>
            </a:r>
          </a:p>
          <a:p>
            <a:r>
              <a:t>Prediction target is company‑level risk</a:t>
            </a:r>
          </a:p>
          <a:p>
            <a:r>
              <a:t>Aggregate all events by company</a:t>
            </a:r>
          </a:p>
          <a:p>
            <a:r>
              <a:t>Create company‑level statistics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87175" y="432435"/>
            <a:ext cx="12261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Ruixuan Xu</a:t>
            </a:r>
            <a:endParaRPr lang="en-US" altLang="zh-CN" sz="140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xfrm>
            <a:off x="742315" y="772115"/>
            <a:ext cx="10800000" cy="720000"/>
          </a:xfrm>
          <a:prstGeom prst="rect">
            <a:avLst/>
          </a:prstGeom>
        </p:spPr>
        <p:txBody>
          <a:bodyPr/>
          <a:lstStyle>
            <a:lvl1pPr defTabSz="429895">
              <a:defRPr sz="4135"/>
            </a:lvl1pPr>
          </a:lstStyle>
          <a:p>
            <a:r>
              <a:rPr sz="3600"/>
              <a:t>Feature Engineering: Region Grouping</a:t>
            </a:r>
            <a:endParaRPr sz="3600"/>
          </a:p>
        </p:txBody>
      </p:sp>
      <p:pic>
        <p:nvPicPr>
          <p:cNvPr id="105" name="Unknown.png" descr="Unknow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505" y="4876800"/>
            <a:ext cx="8063230" cy="35096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598170" y="2140585"/>
            <a:ext cx="8044815" cy="418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3200">
                <a:sym typeface="+mn-ea"/>
              </a:rPr>
              <a:t>30+ countries → too sparse</a:t>
            </a:r>
            <a:endParaRPr sz="32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32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3200">
                <a:sym typeface="+mn-ea"/>
              </a:rPr>
              <a:t>Grouped into NA / Europe / Asia</a:t>
            </a:r>
            <a:endParaRPr sz="32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32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3200">
                <a:sym typeface="+mn-ea"/>
              </a:rPr>
              <a:t>Reduces noise and variance</a:t>
            </a:r>
            <a:endParaRPr sz="32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11687175" y="432435"/>
            <a:ext cx="115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Ruixuan Xu</a:t>
            </a:r>
            <a:endParaRPr lang="en-US" altLang="zh-CN" sz="140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xfrm>
            <a:off x="742315" y="772115"/>
            <a:ext cx="10800000" cy="720000"/>
          </a:xfrm>
          <a:prstGeom prst="rect">
            <a:avLst/>
          </a:prstGeom>
        </p:spPr>
        <p:txBody>
          <a:bodyPr/>
          <a:lstStyle/>
          <a:p>
            <a:r>
              <a:rPr sz="3600"/>
              <a:t>Feature </a:t>
            </a:r>
            <a:r>
              <a:rPr sz="3600"/>
              <a:t>Engineering: Recency</a:t>
            </a:r>
            <a:endParaRPr sz="3600"/>
          </a:p>
        </p:txBody>
      </p:sp>
      <p:sp>
        <p:nvSpPr>
          <p:cNvPr id="108" name="Content Placeholder 2"/>
          <p:cNvSpPr txBox="1"/>
          <p:nvPr>
            <p:ph type="body" idx="1"/>
          </p:nvPr>
        </p:nvSpPr>
        <p:spPr>
          <a:xfrm>
            <a:off x="650240" y="2275840"/>
            <a:ext cx="11704320" cy="6436925"/>
          </a:xfrm>
          <a:prstGeom prst="rect">
            <a:avLst/>
          </a:prstGeom>
        </p:spPr>
        <p:txBody>
          <a:bodyPr/>
          <a:lstStyle/>
          <a:p>
            <a:r>
              <a:t>Recency = years since last layoff</a:t>
            </a:r>
          </a:p>
          <a:p>
            <a:r>
              <a:t>Recent layoffs suggest instability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87175" y="432435"/>
            <a:ext cx="12261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Ruixuan Xu</a:t>
            </a:r>
            <a:endParaRPr lang="en-US" altLang="zh-CN" sz="140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/>
          <p:nvPr>
            <p:ph type="title"/>
          </p:nvPr>
        </p:nvSpPr>
        <p:spPr>
          <a:xfrm>
            <a:off x="814070" y="700360"/>
            <a:ext cx="10800000" cy="720000"/>
          </a:xfrm>
          <a:prstGeom prst="rect">
            <a:avLst/>
          </a:prstGeom>
        </p:spPr>
        <p:txBody>
          <a:bodyPr/>
          <a:lstStyle>
            <a:lvl1pPr defTabSz="407035">
              <a:defRPr sz="3915"/>
            </a:lvl1pPr>
          </a:lstStyle>
          <a:p>
            <a:r>
              <a:rPr sz="3200"/>
              <a:t>Feature </a:t>
            </a:r>
            <a:r>
              <a:rPr sz="3600"/>
              <a:t>Engineering</a:t>
            </a:r>
            <a:r>
              <a:rPr sz="3200"/>
              <a:t>: Deviation Features</a:t>
            </a:r>
            <a:endParaRPr sz="3200"/>
          </a:p>
        </p:txBody>
      </p:sp>
      <p:sp>
        <p:nvSpPr>
          <p:cNvPr id="111" name="Content Placeholder 2"/>
          <p:cNvSpPr txBox="1"/>
          <p:nvPr>
            <p:ph type="body" idx="1"/>
          </p:nvPr>
        </p:nvSpPr>
        <p:spPr>
          <a:xfrm>
            <a:off x="650240" y="2275840"/>
            <a:ext cx="11704320" cy="6436925"/>
          </a:xfrm>
          <a:prstGeom prst="rect">
            <a:avLst/>
          </a:prstGeom>
        </p:spPr>
        <p:txBody>
          <a:bodyPr/>
          <a:lstStyle/>
          <a:p>
            <a:r>
              <a:t>events_deviation: event count vs industry avg</a:t>
            </a:r>
          </a:p>
          <a:p>
            <a:r>
              <a:t>recency_deviation: recency vs industry avg</a:t>
            </a:r>
          </a:p>
          <a:p>
            <a:r>
              <a:t>Capture abnormal company behavior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87175" y="432435"/>
            <a:ext cx="1144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Ruixuan Xu</a:t>
            </a:r>
            <a:endParaRPr lang="en-US" altLang="zh-CN" sz="140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 txBox="1"/>
          <p:nvPr>
            <p:ph type="title"/>
          </p:nvPr>
        </p:nvSpPr>
        <p:spPr>
          <a:xfrm>
            <a:off x="814112" y="483695"/>
            <a:ext cx="11520000" cy="768000"/>
          </a:xfrm>
          <a:prstGeom prst="rect">
            <a:avLst/>
          </a:prstGeom>
        </p:spPr>
        <p:txBody>
          <a:bodyPr/>
          <a:lstStyle/>
          <a:p>
            <a:r>
              <a:rPr sz="3600"/>
              <a:t>Feature Engineering: Binning</a:t>
            </a:r>
            <a:endParaRPr sz="3600"/>
          </a:p>
        </p:txBody>
      </p:sp>
      <p:sp>
        <p:nvSpPr>
          <p:cNvPr id="114" name="Content Placeholder 2"/>
          <p:cNvSpPr txBox="1"/>
          <p:nvPr>
            <p:ph type="body" sz="quarter" idx="1"/>
          </p:nvPr>
        </p:nvSpPr>
        <p:spPr>
          <a:xfrm>
            <a:off x="6798639" y="2275840"/>
            <a:ext cx="5244514" cy="2349690"/>
          </a:xfrm>
          <a:prstGeom prst="rect">
            <a:avLst/>
          </a:prstGeom>
        </p:spPr>
        <p:txBody>
          <a:bodyPr/>
          <a:lstStyle/>
          <a:p>
            <a:pPr marL="208915" indent="-208915" defTabSz="278765">
              <a:spcBef>
                <a:spcPts val="400"/>
              </a:spcBef>
              <a:defRPr sz="1950"/>
            </a:pPr>
            <a:r>
              <a:t>Funding values extremely skewed</a:t>
            </a:r>
          </a:p>
          <a:p>
            <a:pPr marL="208915" indent="-208915" defTabSz="278765">
              <a:spcBef>
                <a:spcPts val="400"/>
              </a:spcBef>
              <a:defRPr sz="1950"/>
            </a:pPr>
            <a:r>
              <a:t>Raw numbers introduce noise</a:t>
            </a:r>
          </a:p>
          <a:p>
            <a:pPr marL="208915" indent="-208915" defTabSz="278765">
              <a:spcBef>
                <a:spcPts val="400"/>
              </a:spcBef>
              <a:defRPr sz="1950"/>
            </a:pPr>
            <a:r>
              <a:t>Binned into small / medium / large</a:t>
            </a:r>
          </a:p>
        </p:txBody>
      </p:sp>
      <p:pic>
        <p:nvPicPr>
          <p:cNvPr id="115" name="Unknown.png" descr="Unknow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131" y="5124299"/>
            <a:ext cx="4713449" cy="36800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6" name="Unknown.png" descr="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243" y="5124299"/>
            <a:ext cx="4691388" cy="36800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7" name="Unknown.png" descr="Unkn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063" y="1968193"/>
            <a:ext cx="5244514" cy="296498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11687175" y="432435"/>
            <a:ext cx="1200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Ruixuan Xu</a:t>
            </a:r>
            <a:endParaRPr lang="en-US" altLang="zh-CN" sz="140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13477" y="627840"/>
            <a:ext cx="11520000" cy="768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600" spc="300" dirty="0">
                <a:latin typeface="+mn-ea"/>
                <a:sym typeface="+mn-ea"/>
              </a:rPr>
              <a:t>Trainning&amp;Results</a:t>
            </a:r>
            <a:endParaRPr lang="zh-CN" altLang="en-US" sz="3600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1356" r="1356"/>
          <a:stretch>
            <a:fillRect/>
          </a:stretch>
        </p:blipFill>
        <p:spPr>
          <a:xfrm>
            <a:off x="742315" y="1496695"/>
            <a:ext cx="10965815" cy="63207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13435" y="7802880"/>
            <a:ext cx="81940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Method: GridSearchCV with 5-Fold StratifiedKFold CV</a:t>
            </a:r>
            <a:endParaRPr lang="en-US" altLang="zh-CN"/>
          </a:p>
          <a:p>
            <a:r>
              <a:rPr lang="en-US" altLang="zh-CN"/>
              <a:t>Metric: F1-Score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1687175" y="432435"/>
            <a:ext cx="890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Yuwei Ni</a:t>
            </a:r>
            <a:endParaRPr lang="en-US" altLang="zh-CN" sz="1400"/>
          </a:p>
        </p:txBody>
      </p:sp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14112" y="627840"/>
            <a:ext cx="11520000" cy="768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dirty="0">
                <a:sym typeface="+mn-ea"/>
              </a:rPr>
              <a:t>Results</a:t>
            </a:r>
            <a:r>
              <a:rPr lang="en-US" altLang="zh-CN" sz="3600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Analysis</a:t>
            </a:r>
            <a:endParaRPr lang="en-US" altLang="zh-CN" dirty="0">
              <a:sym typeface="+mn-ea"/>
            </a:endParaRPr>
          </a:p>
        </p:txBody>
      </p:sp>
      <p:pic>
        <p:nvPicPr>
          <p:cNvPr id="8" name="图片 7" descr="efcc90ae11870fb987a6492910b87bd"/>
          <p:cNvPicPr>
            <a:picLocks noChangeAspect="1"/>
          </p:cNvPicPr>
          <p:nvPr/>
        </p:nvPicPr>
        <p:blipFill>
          <a:blip r:embed="rId2"/>
          <a:srcRect t="225" b="225"/>
          <a:stretch>
            <a:fillRect/>
          </a:stretch>
        </p:blipFill>
        <p:spPr>
          <a:xfrm>
            <a:off x="1318260" y="1708150"/>
            <a:ext cx="10563225" cy="2924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35" y="4632325"/>
            <a:ext cx="9234170" cy="42633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390" y="7468870"/>
            <a:ext cx="4032250" cy="11525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687175" y="432435"/>
            <a:ext cx="890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Yuwei Ni</a:t>
            </a:r>
            <a:endParaRPr lang="en-US" altLang="zh-CN" sz="1400"/>
          </a:p>
        </p:txBody>
      </p:sp>
    </p:spTree>
    <p:custDataLst>
      <p:tags r:id="rId5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圆角矩形 135"/>
          <p:cNvSpPr/>
          <p:nvPr>
            <p:custDataLst>
              <p:tags r:id="rId1"/>
            </p:custDataLst>
          </p:nvPr>
        </p:nvSpPr>
        <p:spPr>
          <a:xfrm>
            <a:off x="784225" y="6492875"/>
            <a:ext cx="1004570" cy="979805"/>
          </a:xfrm>
          <a:prstGeom prst="roundRect">
            <a:avLst>
              <a:gd name="adj" fmla="val 777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微软雅黑" panose="020B0503020204020204" charset="-122"/>
            </a:endParaRPr>
          </a:p>
        </p:txBody>
      </p:sp>
      <p:pic>
        <p:nvPicPr>
          <p:cNvPr id="2" name="图片 1" descr="D:/工作文件/工作文件/单页/用图/数据/christina-wocintechchat-com-RTJIXQNne68-unsplash.jpgchristina-wocintechchat-com-RTJIXQNne68-unsplash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233" b="1233"/>
          <a:stretch>
            <a:fillRect/>
          </a:stretch>
        </p:blipFill>
        <p:spPr>
          <a:xfrm>
            <a:off x="1063625" y="2644140"/>
            <a:ext cx="6616700" cy="4565015"/>
          </a:xfrm>
          <a:prstGeom prst="roundRect">
            <a:avLst>
              <a:gd name="adj" fmla="val 1154"/>
            </a:avLst>
          </a:prstGeom>
          <a:solidFill>
            <a:schemeClr val="accent1"/>
          </a:solidFill>
          <a:ln w="50800">
            <a:solidFill>
              <a:srgbClr val="FFFFFF"/>
            </a:solidFill>
          </a:ln>
          <a:effectLst>
            <a:outerShdw blurRad="254000" dist="38100" dir="5400000" algn="t" rotWithShape="0">
              <a:schemeClr val="accent1">
                <a:alpha val="30000"/>
              </a:schemeClr>
            </a:outerShdw>
          </a:effectLst>
        </p:spPr>
      </p:pic>
      <p:sp>
        <p:nvSpPr>
          <p:cNvPr id="5" name="圆角矩形 10"/>
          <p:cNvSpPr/>
          <p:nvPr>
            <p:custDataLst>
              <p:tags r:id="rId4"/>
            </p:custDataLst>
          </p:nvPr>
        </p:nvSpPr>
        <p:spPr>
          <a:xfrm>
            <a:off x="8336280" y="2663825"/>
            <a:ext cx="3747135" cy="1407160"/>
          </a:xfrm>
          <a:prstGeom prst="roundRect">
            <a:avLst>
              <a:gd name="adj" fmla="val 5475"/>
            </a:avLst>
          </a:prstGeom>
          <a:solidFill>
            <a:schemeClr val="accent1">
              <a:alpha val="5000"/>
            </a:schemeClr>
          </a:solidFill>
          <a:ln w="6350">
            <a:solidFill>
              <a:schemeClr val="accent1">
                <a:alpha val="40000"/>
              </a:schemeClr>
            </a:solidFill>
          </a:ln>
          <a:effectLst>
            <a:outerShdw blurRad="50800" dist="38100" dir="2700000" algn="tl" rotWithShape="0">
              <a:schemeClr val="tx2">
                <a:lumMod val="75000"/>
                <a:lumOff val="25000"/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pic>
        <p:nvPicPr>
          <p:cNvPr id="10" name="图片 22" descr="333639373138363b343435303739363bd2b5cef1bcbcc4dc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1228" y="2934377"/>
            <a:ext cx="289406" cy="289406"/>
          </a:xfrm>
          <a:prstGeom prst="rect">
            <a:avLst/>
          </a:prstGeom>
        </p:spPr>
      </p:pic>
      <p:sp>
        <p:nvSpPr>
          <p:cNvPr id="13" name="正文"/>
          <p:cNvSpPr txBox="1"/>
          <p:nvPr>
            <p:custDataLst>
              <p:tags r:id="rId8"/>
            </p:custDataLst>
          </p:nvPr>
        </p:nvSpPr>
        <p:spPr>
          <a:xfrm>
            <a:off x="8518247" y="3252151"/>
            <a:ext cx="2859967" cy="707654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en-US" altLang="en-US" sz="13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Best Model: XGBoost</a:t>
            </a:r>
            <a:endParaRPr lang="en-US" altLang="en-US" sz="13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3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Second: Random Forest</a:t>
            </a:r>
            <a:endParaRPr lang="en-US" altLang="en-US" sz="13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7" name="圆角矩形 26"/>
          <p:cNvSpPr/>
          <p:nvPr>
            <p:custDataLst>
              <p:tags r:id="rId9"/>
            </p:custDataLst>
          </p:nvPr>
        </p:nvSpPr>
        <p:spPr>
          <a:xfrm>
            <a:off x="8336280" y="4247515"/>
            <a:ext cx="3743960" cy="1407160"/>
          </a:xfrm>
          <a:prstGeom prst="roundRect">
            <a:avLst>
              <a:gd name="adj" fmla="val 5475"/>
            </a:avLst>
          </a:prstGeom>
          <a:solidFill>
            <a:schemeClr val="accent2">
              <a:alpha val="5000"/>
            </a:schemeClr>
          </a:solidFill>
          <a:ln w="6350">
            <a:solidFill>
              <a:schemeClr val="accent2">
                <a:alpha val="40000"/>
              </a:schemeClr>
            </a:solidFill>
          </a:ln>
          <a:effectLst>
            <a:outerShdw blurRad="50800" dist="38100" dir="2700000" algn="tl" rotWithShape="0">
              <a:schemeClr val="tx2">
                <a:lumMod val="75000"/>
                <a:lumOff val="25000"/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3" name="正文"/>
          <p:cNvSpPr txBox="1"/>
          <p:nvPr>
            <p:custDataLst>
              <p:tags r:id="rId10"/>
            </p:custDataLst>
          </p:nvPr>
        </p:nvSpPr>
        <p:spPr>
          <a:xfrm>
            <a:off x="8518525" y="4836160"/>
            <a:ext cx="3480435" cy="707390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rmAutofit fontScale="80000"/>
          </a:bodyPr>
          <a:p>
            <a:pPr marL="0" indent="0">
              <a:lnSpc>
                <a:spcPct val="150000"/>
              </a:lnSpc>
              <a:buNone/>
            </a:pPr>
            <a:r>
              <a:rPr lang="en-US" altLang="en-US" sz="13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Accuracy: 78.51%, </a:t>
            </a:r>
            <a:r>
              <a:rPr lang="en-US" altLang="zh-CN" sz="13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Precision:67.37%, </a:t>
            </a:r>
            <a:r>
              <a:rPr lang="en-US" altLang="en-US" sz="13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Recall: 75.29%</a:t>
            </a:r>
            <a:endParaRPr lang="en-US" altLang="en-US" sz="13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Accuracy: 77.69%, </a:t>
            </a:r>
            <a:r>
              <a:rPr lang="en-US" altLang="zh-CN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Precision:67.37%, 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Recall: 70.59%</a:t>
            </a:r>
            <a:endParaRPr lang="en-US" altLang="en-US" sz="13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5" name="圆角矩形 34"/>
          <p:cNvSpPr/>
          <p:nvPr>
            <p:custDataLst>
              <p:tags r:id="rId11"/>
            </p:custDataLst>
          </p:nvPr>
        </p:nvSpPr>
        <p:spPr>
          <a:xfrm>
            <a:off x="8336280" y="5831205"/>
            <a:ext cx="3747770" cy="1407160"/>
          </a:xfrm>
          <a:prstGeom prst="roundRect">
            <a:avLst>
              <a:gd name="adj" fmla="val 5475"/>
            </a:avLst>
          </a:prstGeom>
          <a:solidFill>
            <a:schemeClr val="accent3">
              <a:alpha val="5000"/>
            </a:schemeClr>
          </a:solidFill>
          <a:ln w="6350">
            <a:solidFill>
              <a:schemeClr val="accent3">
                <a:alpha val="40000"/>
              </a:schemeClr>
            </a:solidFill>
          </a:ln>
          <a:effectLst>
            <a:outerShdw blurRad="50800" dist="38100" dir="2700000" algn="tl" rotWithShape="0">
              <a:schemeClr val="tx2">
                <a:lumMod val="75000"/>
                <a:lumOff val="25000"/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8" name="正文"/>
          <p:cNvSpPr txBox="1"/>
          <p:nvPr>
            <p:custDataLst>
              <p:tags r:id="rId12"/>
            </p:custDataLst>
          </p:nvPr>
        </p:nvSpPr>
        <p:spPr>
          <a:xfrm>
            <a:off x="8518247" y="6419682"/>
            <a:ext cx="2859967" cy="707654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en-US" altLang="en-US" sz="13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F1-score: 0.7111, AUC: 0.8375</a:t>
            </a:r>
            <a:endParaRPr lang="en-US" altLang="en-US" sz="13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F1-score: 0.6746, AUC: 0.8356</a:t>
            </a:r>
            <a:endParaRPr lang="en-US" altLang="en-US" sz="13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pic>
        <p:nvPicPr>
          <p:cNvPr id="39" name="图片 19" descr="343435383038363b343532323339393bd6b4d0d0d5aad2aa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11228" y="4518142"/>
            <a:ext cx="289406" cy="289406"/>
          </a:xfrm>
          <a:prstGeom prst="rect">
            <a:avLst/>
          </a:prstGeom>
        </p:spPr>
      </p:pic>
      <p:pic>
        <p:nvPicPr>
          <p:cNvPr id="40" name="图片3" descr="上升趋势柱形图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8511228" y="6103184"/>
            <a:ext cx="289273" cy="289406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784267" y="618315"/>
            <a:ext cx="11520000" cy="768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dirty="0">
                <a:sym typeface="+mn-ea"/>
              </a:rPr>
              <a:t>Results</a:t>
            </a:r>
            <a:r>
              <a:rPr lang="en-US" altLang="zh-CN" sz="3600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Analysis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7175" y="432435"/>
            <a:ext cx="890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Yuwei Ni</a:t>
            </a:r>
            <a:endParaRPr lang="en-US" altLang="zh-CN" sz="1400"/>
          </a:p>
        </p:txBody>
      </p:sp>
    </p:spTree>
    <p:custDataLst>
      <p:tags r:id="rId20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4267" y="618315"/>
            <a:ext cx="11520000" cy="768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600" spc="300" dirty="0">
                <a:latin typeface="+mn-ea"/>
                <a:sym typeface="+mn-ea"/>
              </a:rPr>
              <a:t>Demonstrate</a:t>
            </a:r>
            <a:endParaRPr lang="zh-CN" altLang="en-US" sz="36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235" b="235"/>
          <a:stretch>
            <a:fillRect/>
          </a:stretch>
        </p:blipFill>
        <p:spPr>
          <a:xfrm>
            <a:off x="309245" y="1780540"/>
            <a:ext cx="4229100" cy="6048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45" y="2068195"/>
            <a:ext cx="8077835" cy="52419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687175" y="432435"/>
            <a:ext cx="890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Yuwei Ni</a:t>
            </a:r>
            <a:endParaRPr lang="en-US" altLang="zh-CN" sz="1400"/>
          </a:p>
        </p:txBody>
      </p:sp>
    </p:spTree>
    <p:custDataLst>
      <p:tags r:id="rId4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4267" y="771985"/>
            <a:ext cx="11520000" cy="768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600" spc="300" dirty="0">
                <a:latin typeface="+mn-ea"/>
                <a:sym typeface="+mn-ea"/>
              </a:rPr>
              <a:t>Conclusion</a:t>
            </a:r>
            <a:endParaRPr lang="zh-CN" altLang="en-US" sz="36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4225" y="2140585"/>
            <a:ext cx="1106043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The final XGBoost model achieves acceptable performance. </a:t>
            </a:r>
            <a:endParaRPr lang="en-US" altLang="zh-CN" sz="2800"/>
          </a:p>
          <a:p>
            <a:r>
              <a:rPr lang="en-US" altLang="zh-CN" sz="2800"/>
              <a:t>It correctly classifies most companies and identifies more than 75% of truly high-risk firms.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Our results demonstrate that meaningful layoff-risk signals can be extracted from publicly available business attributes. The model can support investors, analysts, and HR professionals in making early layoff-risk assessments, offering a practical decision-making tool that works even when historical layoff records are unavailable.</a:t>
            </a:r>
            <a:endParaRPr lang="en-US" altLang="zh-CN" sz="2800"/>
          </a:p>
        </p:txBody>
      </p:sp>
      <p:sp>
        <p:nvSpPr>
          <p:cNvPr id="6" name="文本框 5"/>
          <p:cNvSpPr txBox="1"/>
          <p:nvPr/>
        </p:nvSpPr>
        <p:spPr>
          <a:xfrm>
            <a:off x="11687175" y="432435"/>
            <a:ext cx="890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Yuwei Ni</a:t>
            </a:r>
            <a:endParaRPr lang="en-US" altLang="zh-CN"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" y="6100445"/>
            <a:ext cx="8850630" cy="30518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42357" y="843740"/>
            <a:ext cx="11520000" cy="76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753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1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dirty="0">
                <a:sym typeface="+mn-ea"/>
              </a:rPr>
              <a:t>Limitations &amp; Future Work</a:t>
            </a:r>
            <a:endParaRPr lang="en-US" altLang="zh-CN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4225" y="1996440"/>
            <a:ext cx="1109091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Although performance is promising, several limitations remain:</a:t>
            </a:r>
            <a:endParaRPr lang="en-US" altLang="zh-CN"/>
          </a:p>
          <a:p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/>
              <a:t>Limited features: richer financial and operational data could improve accuracy.</a:t>
            </a:r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/>
              <a:t>Dataset size: additional companies and longer time periods would enhance robustness.</a:t>
            </a:r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/>
              <a:t>Risk threshold: the current 35% split is manually defined and may not be optimal.</a:t>
            </a:r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/>
              <a:t>Decision threshold: probability cutoff can be tuned based on real-world priorities.</a:t>
            </a:r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altLang="zh-CN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zh-CN"/>
              <a:t>Hyperparameter space: advanced optimization methods (e.g., Bayesian) may further refine the model’s performance and stability.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work will explore these areas to build a more accurate and generalizable layoff-risk prediction model.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1687175" y="432435"/>
            <a:ext cx="890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Yuwei Ni</a:t>
            </a:r>
            <a:endParaRPr lang="en-US" altLang="zh-CN" sz="1400"/>
          </a:p>
        </p:txBody>
      </p:sp>
    </p:spTree>
    <p:custDataLst>
      <p:tags r:id="rId2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134610" y="3220720"/>
            <a:ext cx="6091555" cy="1755140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THANK YOU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8"/>
</p:tagLst>
</file>

<file path=ppt/tags/tag3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4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7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8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81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8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590"/>
</p:tagLst>
</file>

<file path=ppt/tags/tag8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590"/>
</p:tagLst>
</file>

<file path=ppt/tags/tag8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90"/>
  <p:tag name="KSO_WM_TEMPLATE_CATEGORY" val="custom"/>
  <p:tag name="KSO_WM_TEMPLATE_MASTER_TYPE" val="0"/>
</p:tagLst>
</file>

<file path=ppt/tags/tag9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1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1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8"/>
</p:tagLst>
</file>

<file path=ppt/tags/tag12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13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4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4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4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4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5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6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1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17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17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590"/>
</p:tagLst>
</file>

<file path=ppt/tags/tag1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590"/>
</p:tagLst>
</file>

<file path=ppt/tags/tag1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90"/>
  <p:tag name="KSO_WM_TEMPLATE_CATEGORY" val="custom"/>
  <p:tag name="KSO_WM_TEMPLATE_MASTER_TYPE" val="0"/>
</p:tagLst>
</file>

<file path=ppt/tags/tag1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0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0"/>
  <p:tag name="KSO_WM_TEMPLATE_CATEGORY" val="custom"/>
  <p:tag name="KSO_WM_UNIT_ISCONTENTSTITLE" val="0"/>
  <p:tag name="KSO_WM_UNIT_VALUE" val="14"/>
  <p:tag name="KSO_WM_UNIT_PRESET_TEXT" val="添加标题"/>
  <p:tag name="KSO_WM_UNIT_TEXT_TYPE" val="1"/>
</p:tagLst>
</file>

<file path=ppt/tags/tag19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590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0"/>
  <p:tag name="KSO_WM_TEMPLATE_CATEGORY" val="custom"/>
  <p:tag name="KSO_WM_UNIT_ISCONTENTSTITLE" val="0"/>
  <p:tag name="KSO_WM_UNIT_VALUE" val="12"/>
  <p:tag name="KSO_WM_UNIT_PRESET_TEXT" val="单击此处添加副标题"/>
  <p:tag name="KSO_WM_UNIT_TEXT_TYPE" val="1"/>
</p:tagLst>
</file>

<file path=ppt/tags/tag191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590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0"/>
  <p:tag name="KSO_WM_TEMPLATE_CATEGORY" val="custom"/>
  <p:tag name="KSO_WM_UNIT_VALUE" val="10"/>
</p:tagLst>
</file>

<file path=ppt/tags/tag192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590"/>
  <p:tag name="KSO_WM_TEMPLATE_CATEGORY" val="custom"/>
  <p:tag name="KSO_WM_SLIDE_INDEX" val="1"/>
  <p:tag name="KSO_WM_SLIDE_ID" val="custom20238590_1"/>
  <p:tag name="KSO_WM_TEMPLATE_MASTER_TYPE" val="0"/>
  <p:tag name="KSO_WM_SLIDE_LAYOUT" val="a_b_f"/>
  <p:tag name="KSO_WM_SLIDE_LAYOUT_CNT" val="1_1_1"/>
</p:tagLst>
</file>

<file path=ppt/tags/tag193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DIAGRAM_MAX_ITEMCNT" val="6"/>
  <p:tag name="KSO_WM_DIAGRAM_MIN_ITEMCNT" val="2"/>
  <p:tag name="KSO_WM_DIAGRAM_VIRTUALLY_FRAME" val="{&quot;height&quot;:510.875,&quot;left&quot;:506.25,&quot;top&quot;:157.15,&quot;width&quot;:456.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94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UNIT_SUBTYPE" val="a"/>
  <p:tag name="KSO_WM_UNIT_PRESET_TEXT" val="添加目录项标题"/>
  <p:tag name="KSO_WM_DIAGRAM_MAX_ITEMCNT" val="6"/>
  <p:tag name="KSO_WM_DIAGRAM_MIN_ITEMCNT" val="2"/>
  <p:tag name="KSO_WM_DIAGRAM_VIRTUALLY_FRAME" val="{&quot;height&quot;:510.875,&quot;left&quot;:506.25,&quot;top&quot;:157.15,&quot;width&quot;:456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DIAGRAM_MAX_ITEMCNT" val="6"/>
  <p:tag name="KSO_WM_DIAGRAM_MIN_ITEMCNT" val="2"/>
  <p:tag name="KSO_WM_DIAGRAM_VIRTUALLY_FRAME" val="{&quot;height&quot;:510.875,&quot;left&quot;:506.25,&quot;top&quot;:157.15,&quot;width&quot;:456.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96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UNIT_SUBTYPE" val="a"/>
  <p:tag name="KSO_WM_UNIT_PRESET_TEXT" val="添加目录项标题"/>
  <p:tag name="KSO_WM_DIAGRAM_MAX_ITEMCNT" val="6"/>
  <p:tag name="KSO_WM_DIAGRAM_MIN_ITEMCNT" val="2"/>
  <p:tag name="KSO_WM_DIAGRAM_VIRTUALLY_FRAME" val="{&quot;height&quot;:510.875,&quot;left&quot;:506.25,&quot;top&quot;:157.15,&quot;width&quot;:456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97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DIAGRAM_MAX_ITEMCNT" val="6"/>
  <p:tag name="KSO_WM_DIAGRAM_MIN_ITEMCNT" val="2"/>
  <p:tag name="KSO_WM_DIAGRAM_VIRTUALLY_FRAME" val="{&quot;height&quot;:510.875,&quot;left&quot;:506.25,&quot;top&quot;:157.15,&quot;width&quot;:456.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98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UNIT_SUBTYPE" val="a"/>
  <p:tag name="KSO_WM_UNIT_PRESET_TEXT" val="添加目录项标题"/>
  <p:tag name="KSO_WM_DIAGRAM_MAX_ITEMCNT" val="6"/>
  <p:tag name="KSO_WM_DIAGRAM_MIN_ITEMCNT" val="2"/>
  <p:tag name="KSO_WM_DIAGRAM_VIRTUALLY_FRAME" val="{&quot;height&quot;:510.875,&quot;left&quot;:506.25,&quot;top&quot;:157.15,&quot;width&quot;:456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99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DIAGRAM_MAX_ITEMCNT" val="6"/>
  <p:tag name="KSO_WM_DIAGRAM_MIN_ITEMCNT" val="2"/>
  <p:tag name="KSO_WM_DIAGRAM_VIRTUALLY_FRAME" val="{&quot;height&quot;:510.875,&quot;left&quot;:506.25,&quot;top&quot;:157.15,&quot;width&quot;:456.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00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UNIT_SUBTYPE" val="a"/>
  <p:tag name="KSO_WM_UNIT_PRESET_TEXT" val="添加目录项标题"/>
  <p:tag name="KSO_WM_DIAGRAM_MAX_ITEMCNT" val="6"/>
  <p:tag name="KSO_WM_DIAGRAM_MIN_ITEMCNT" val="2"/>
  <p:tag name="KSO_WM_DIAGRAM_VIRTUALLY_FRAME" val="{&quot;height&quot;:510.875,&quot;left&quot;:506.25,&quot;top&quot;:157.15,&quot;width&quot;:456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590_4*i*1"/>
  <p:tag name="KSO_WM_TEMPLATE_CATEGORY" val="custom"/>
  <p:tag name="KSO_WM_TEMPLATE_INDEX" val="20238590"/>
  <p:tag name="KSO_WM_UNIT_LAYERLEVEL" val="1"/>
  <p:tag name="KSO_WM_TAG_VERSION" val="3.0"/>
  <p:tag name="KSO_WM_BEAUTIFY_FLAG" val="#wm#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2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DIAGRAM_MAX_ITEMCNT" val="6"/>
  <p:tag name="KSO_WM_DIAGRAM_MIN_ITEMCNT" val="2"/>
  <p:tag name="KSO_WM_DIAGRAM_VIRTUALLY_FRAME" val="{&quot;height&quot;:415.5,&quot;left&quot;:528,&quot;top&quot;:173.425,&quot;width&quot;:422.5}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03.xml><?xml version="1.0" encoding="utf-8"?>
<p:tagLst xmlns:p="http://schemas.openxmlformats.org/presentationml/2006/main">
  <p:tag name="KSO_WM_UNIT_TYPE" val="l_h_f"/>
  <p:tag name="KSO_WM_UNIT_INDEX" val="1_4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0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0"/>
  <p:tag name="KSO_WM_TEMPLATE_CATEGORY" val="custom"/>
  <p:tag name="KSO_WM_UNIT_SUBTYPE" val="a"/>
  <p:tag name="KSO_WM_UNIT_PRESET_TEXT" val="添加目录项标题"/>
  <p:tag name="KSO_WM_DIAGRAM_MAX_ITEMCNT" val="6"/>
  <p:tag name="KSO_WM_DIAGRAM_MIN_ITEMCNT" val="2"/>
  <p:tag name="KSO_WM_DIAGRAM_VIRTUALLY_FRAME" val="{&quot;height&quot;:494.6,&quot;left&quot;:528,&quot;top&quot;:173.425,&quot;width&quot;:422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04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8590"/>
  <p:tag name="KSO_WM_TEMPLATE_CATEGORY" val="custom"/>
  <p:tag name="KSO_WM_SLIDE_INDEX" val="4"/>
  <p:tag name="KSO_WM_SLIDE_ID" val="custom20238590_4"/>
  <p:tag name="KSO_WM_TEMPLATE_MASTER_TYPE" val="0"/>
  <p:tag name="KSO_WM_SLIDE_LAYOUT" val="a_l"/>
  <p:tag name="KSO_WM_SLIDE_LAYOUT_CNT" val="1_1"/>
  <p:tag name="KSO_WM_SLIDE_DIAGTYPE" val="l"/>
</p:tagLst>
</file>

<file path=ppt/tags/tag205.xml><?xml version="1.0" encoding="utf-8"?>
<p:tagLst xmlns:p="http://schemas.openxmlformats.org/presentationml/2006/main">
  <p:tag name="KSO_WM_UNIT_TEXT" val="Label Construction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0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590"/>
  <p:tag name="KSO_WM_TEMPLATE_CATEGORY" val="custom"/>
  <p:tag name="KSO_WM_SLIDE_INDEX" val="8"/>
  <p:tag name="KSO_WM_SLIDE_ID" val="custom20238590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08.xml><?xml version="1.0" encoding="utf-8"?>
<p:tagLst xmlns:p="http://schemas.openxmlformats.org/presentationml/2006/main">
  <p:tag name="KSO_WM_SLIDE_ID" val="custom202385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5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5458_1*i*1"/>
  <p:tag name="KSO_WM_TEMPLATE_CATEGORY" val="custom"/>
  <p:tag name="KSO_WM_TEMPLATE_INDEX" val="2023545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UNIT_PICTURE_SUBTYPE" val="b"/>
  <p:tag name="KSO_WM_UNIT_VALUE" val="1267*183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5458_1*d*1"/>
  <p:tag name="KSO_WM_TEMPLATE_CATEGORY" val="custom"/>
  <p:tag name="KSO_WM_TEMPLATE_INDEX" val="2023545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SHADOW_SCHEMECOLOR_INDEX" val="5"/>
  <p:tag name="KSO_WM_UNIT_USESOURCEFORMAT_APPLY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642_2*l_h_i*1_1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solid&quot;:{&quot;brightness&quot;:0,&quot;colorType&quot;:1,&quot;foreColorIndex&quot;:5,&quot;transparency&quot;:0.949999988079071},&quot;type&quot;:1},&quot;glow&quot;:{&quot;colorType&quot;:0},&quot;line&quot;:{&quot;solidLine&quot;:{&quot;brightness&quot;:0,&quot;colorType&quot;:1,&quot;foreColorIndex&quot;:5,&quot;transparency&quot;:0.6000000238418579},&quot;type&quot;:1},&quot;shadow&quot;:{&quot;brightness&quot;:0.25,&quot;colorType&quot;:1,&quot;foreColorIndex&quot;:1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5"/>
  <p:tag name="KSO_WM_UNIT_TEXT_FILL_FORE_SCHEMECOLOR_INDEX" val="2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VALUE" val="80*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5642_2*l_h_x*1_1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642_2*l_h_f*1_1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UNIT_VALUE" val="34"/>
  <p:tag name="KSO_WM_UNIT_TEXT_TYPE" val="1"/>
  <p:tag name="KSO_WM_DIAGRAM_VERSION" val="3"/>
  <p:tag name="KSO_WM_DIAGRAM_COLOR_TRICK" val="1"/>
  <p:tag name="KSO_WM_DIAGRAM_COLOR_TEXT_CAN_REMOVE" val="n"/>
  <p:tag name="KSO_WM_UNIT_PRESET_TEXT" val="单击此处添加正文，文字是您思想的提炼，请言简意赅阐述内容。"/>
  <p:tag name="KSO_WM_UNIT_TEXT_FILL_FORE_SCHEMECOLOR_INDEX" val="1"/>
  <p:tag name="KSO_WM_UNIT_TEXT_FILL_TYPE" val="1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5642_2*l_h_i*1_2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LINE_FORE_SCHEMECOLOR_INDEX" val="6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solid&quot;:{&quot;brightness&quot;:0,&quot;colorType&quot;:1,&quot;foreColorIndex&quot;:5,&quot;transparency&quot;:0.949999988079071},&quot;type&quot;:1},&quot;glow&quot;:{&quot;colorType&quot;:0},&quot;line&quot;:{&quot;solidLine&quot;:{&quot;brightness&quot;:0,&quot;colorType&quot;:1,&quot;foreColorIndex&quot;:5,&quot;transparency&quot;:0.6000000238418579},&quot;type&quot;:1},&quot;shadow&quot;:{&quot;brightness&quot;:0.25,&quot;colorType&quot;:1,&quot;foreColorIndex&quot;:1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5"/>
  <p:tag name="KSO_WM_UNIT_TEXT_FILL_FORE_SCHEMECOLOR_INDEX" val="2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642_2*l_h_f*1_2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UNIT_VALUE" val="34"/>
  <p:tag name="KSO_WM_UNIT_TEXT_TYPE" val="1"/>
  <p:tag name="KSO_WM_DIAGRAM_VERSION" val="3"/>
  <p:tag name="KSO_WM_DIAGRAM_COLOR_TRICK" val="1"/>
  <p:tag name="KSO_WM_DIAGRAM_COLOR_TEXT_CAN_REMOVE" val="n"/>
  <p:tag name="KSO_WM_UNIT_PRESET_TEXT" val="单击添加正文，文字是您思想的提炼，请言简意赅阐述内容。"/>
  <p:tag name="KSO_WM_UNIT_TEXT_FILL_FORE_SCHEMECOLOR_INDEX" val="1"/>
  <p:tag name="KSO_WM_UNIT_TEXT_FILL_TYPE" val="1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5642_2*l_h_i*1_3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LINE_FORE_SCHEMECOLOR_INDEX" val="7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solid&quot;:{&quot;brightness&quot;:0,&quot;colorType&quot;:1,&quot;foreColorIndex&quot;:5,&quot;transparency&quot;:0.949999988079071},&quot;type&quot;:1},&quot;glow&quot;:{&quot;colorType&quot;:0},&quot;line&quot;:{&quot;solidLine&quot;:{&quot;brightness&quot;:0,&quot;colorType&quot;:1,&quot;foreColorIndex&quot;:5,&quot;transparency&quot;:0.6000000238418579},&quot;type&quot;:1},&quot;shadow&quot;:{&quot;brightness&quot;:0.25,&quot;colorType&quot;:1,&quot;foreColorIndex&quot;:1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5"/>
  <p:tag name="KSO_WM_UNIT_TEXT_FILL_FORE_SCHEMECOLOR_INDEX" val="2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642_2*l_h_f*1_3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UNIT_VALUE" val="34"/>
  <p:tag name="KSO_WM_UNIT_TEXT_TYPE" val="1"/>
  <p:tag name="KSO_WM_DIAGRAM_VERSION" val="3"/>
  <p:tag name="KSO_WM_DIAGRAM_COLOR_TRICK" val="1"/>
  <p:tag name="KSO_WM_DIAGRAM_COLOR_TEXT_CAN_REMOVE" val="n"/>
  <p:tag name="KSO_WM_UNIT_PRESET_TEXT" val="单击此处添加正文，文字是您思想的提炼，请言简意赅阐述内容。"/>
  <p:tag name="KSO_WM_UNIT_TEXT_FILL_FORE_SCHEMECOLOR_INDEX" val="1"/>
  <p:tag name="KSO_WM_UNIT_TEXT_FILL_TYPE" val="1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8.xml><?xml version="1.0" encoding="utf-8"?>
<p:tagLst xmlns:p="http://schemas.openxmlformats.org/presentationml/2006/main">
  <p:tag name="KSO_WM_UNIT_VALUE" val="80*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5642_2*l_h_x*1_2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6"/>
  <p:tag name="KSO_WM_UNI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VALUE" val="80*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5642_2*l_h_x*1_3_1"/>
  <p:tag name="KSO_WM_TEMPLATE_CATEGORY" val="diagram"/>
  <p:tag name="KSO_WM_TEMPLATE_INDEX" val="2023564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8.20023622047245,&quot;left&quot;:656.3755140630308,&quot;top&quot;:209.75,&quot;width&quot;:299.6925961731896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7"/>
  <p:tag name="KSO_WM_UNI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1.xml><?xml version="1.0" encoding="utf-8"?>
<p:tagLst xmlns:p="http://schemas.openxmlformats.org/presentationml/2006/main">
  <p:tag name="KSO_WM_SLIDE_ID" val="custom202385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5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2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3.xml><?xml version="1.0" encoding="utf-8"?>
<p:tagLst xmlns:p="http://schemas.openxmlformats.org/presentationml/2006/main">
  <p:tag name="KSO_WM_SLIDE_ID" val="custom202385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5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2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5.xml><?xml version="1.0" encoding="utf-8"?>
<p:tagLst xmlns:p="http://schemas.openxmlformats.org/presentationml/2006/main">
  <p:tag name="KSO_WM_SLIDE_ID" val="custom202385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5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2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7.xml><?xml version="1.0" encoding="utf-8"?>
<p:tagLst xmlns:p="http://schemas.openxmlformats.org/presentationml/2006/main">
  <p:tag name="KSO_WM_SLIDE_ID" val="custom202385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590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2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0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0"/>
  <p:tag name="KSO_WM_TEMPLATE_CATEGORY" val="custom"/>
  <p:tag name="KSO_WM_UNIT_ISCONTENTSTITLE" val="0"/>
</p:tagLst>
</file>

<file path=ppt/tags/tag229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590"/>
  <p:tag name="KSO_WM_TEMPLATE_CATEGORY" val="custom"/>
  <p:tag name="KSO_WM_SLIDE_INDEX" val="9"/>
  <p:tag name="KSO_WM_SLIDE_ID" val="custom20238590_9"/>
  <p:tag name="KSO_WM_TEMPLATE_MASTER_TYPE" val="0"/>
  <p:tag name="KSO_WM_SLIDE_LAYOUT" val="a_b_f"/>
  <p:tag name="KSO_WM_SLIDE_LAYOUT_CNT" val="1_1_1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25400" dist="127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400" dist="127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400" dist="127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>
          <a:outerShdw blurRad="25400" dist="127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8767" tIns="48767" rIns="48767" bIns="48767" numCol="1" spcCol="38100" rtlCol="0" anchor="ctr" upright="0">
        <a:spAutoFit/>
      </a:bodyPr>
      <a:lstStyle>
        <a:defPPr marL="0" marR="0" indent="0" algn="l" defTabSz="650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>
          <a:outerShdw blurRad="25400" dist="127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3175" cap="flat">
          <a:noFill/>
          <a:miter lim="400000"/>
        </a:ln>
      </a:spPr>
      <a:bodyPr rot="0" spcFirstLastPara="1" vertOverflow="overflow" horzOverflow="overflow" vert="horz" wrap="square" lIns="48767" tIns="48767" rIns="48767" bIns="48767" numCol="1" spcCol="38100" rtlCol="0" anchor="t" upright="0">
        <a:spAutoFit/>
      </a:bodyPr>
      <a:lstStyle>
        <a:defPPr marL="0" marR="0" indent="0" algn="l" defTabSz="650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黑白线条职场办公">
  <a:themeElements>
    <a:clrScheme name="自定义 11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简约风黑白线条职场办公">
  <a:themeElements>
    <a:clrScheme name="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25400" dist="127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400" dist="127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400" dist="127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>
          <a:outerShdw blurRad="25400" dist="127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8767" tIns="48767" rIns="48767" bIns="48767" numCol="1" spcCol="38100" rtlCol="0" anchor="ctr" upright="0">
        <a:spAutoFit/>
      </a:bodyPr>
      <a:lstStyle>
        <a:defPPr marL="0" marR="0" indent="0" algn="l" defTabSz="650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>
          <a:outerShdw blurRad="25400" dist="127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3175" cap="flat">
          <a:noFill/>
          <a:miter lim="400000"/>
        </a:ln>
      </a:spPr>
      <a:bodyPr rot="0" spcFirstLastPara="1" vertOverflow="overflow" horzOverflow="overflow" vert="horz" wrap="square" lIns="48767" tIns="48767" rIns="48767" bIns="48767" numCol="1" spcCol="38100" rtlCol="0" anchor="t" upright="0">
        <a:spAutoFit/>
      </a:bodyPr>
      <a:lstStyle>
        <a:defPPr marL="0" marR="0" indent="0" algn="l" defTabSz="650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2698</Words>
  <Application>WPS 演示</Application>
  <PresentationFormat/>
  <Paragraphs>144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Arial</vt:lpstr>
      <vt:lpstr>微软雅黑</vt:lpstr>
      <vt:lpstr>Arial Unicode MS</vt:lpstr>
      <vt:lpstr>Office Theme</vt:lpstr>
      <vt:lpstr>简约风黑白线条职场办公</vt:lpstr>
      <vt:lpstr>1_简约风黑白线条职场办公</vt:lpstr>
      <vt:lpstr>Company Layoff Risk Prediction</vt:lpstr>
      <vt:lpstr>PowerPoint 演示文稿</vt:lpstr>
      <vt:lpstr>Problem Definition</vt:lpstr>
      <vt:lpstr>Dataset Overview</vt:lpstr>
      <vt:lpstr>Event-Level → Company-Level</vt:lpstr>
      <vt:lpstr>Feature Engineering: Region Grouping</vt:lpstr>
      <vt:lpstr>Feature Engineering: Recency</vt:lpstr>
      <vt:lpstr>Feature Engineering: Deviation Features</vt:lpstr>
      <vt:lpstr>Feature Engineering: Binning</vt:lpstr>
      <vt:lpstr>Trainning&amp;Results</vt:lpstr>
      <vt:lpstr>Results Analysis</vt:lpstr>
      <vt:lpstr>Results Analysis</vt:lpstr>
      <vt:lpstr>Demonstrate</vt:lpstr>
      <vt:lpstr>Conclusion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Layoff Risk Prediction</dc:title>
  <dc:creator/>
  <cp:lastModifiedBy>桥哥</cp:lastModifiedBy>
  <cp:revision>12</cp:revision>
  <dcterms:created xsi:type="dcterms:W3CDTF">2025-12-08T06:13:00Z</dcterms:created>
  <dcterms:modified xsi:type="dcterms:W3CDTF">2025-12-08T18:21:34Z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B87F5EC3BFE843EB9344E91E92D82C24_12</vt:lpwstr>
  </property>
</Properties>
</file>